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svg" ContentType="image/svg+xml"/>
  <Default Extension="tmp" ContentType="image/jpe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1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9"/>
  </p:notesMasterIdLst>
  <p:sldIdLst>
    <p:sldId id="276" r:id="rId2"/>
    <p:sldId id="277" r:id="rId3"/>
    <p:sldId id="278" r:id="rId4"/>
    <p:sldId id="282" r:id="rId5"/>
    <p:sldId id="279" r:id="rId6"/>
    <p:sldId id="280" r:id="rId7"/>
    <p:sldId id="281" r:id="rId8"/>
    <p:sldId id="256" r:id="rId9"/>
    <p:sldId id="257" r:id="rId10"/>
    <p:sldId id="258" r:id="rId11"/>
    <p:sldId id="259" r:id="rId12"/>
    <p:sldId id="260" r:id="rId13"/>
    <p:sldId id="261" r:id="rId14"/>
    <p:sldId id="274" r:id="rId15"/>
    <p:sldId id="283" r:id="rId16"/>
    <p:sldId id="284" r:id="rId17"/>
    <p:sldId id="285" r:id="rId18"/>
    <p:sldId id="273" r:id="rId19"/>
    <p:sldId id="263" r:id="rId20"/>
    <p:sldId id="264" r:id="rId21"/>
    <p:sldId id="265" r:id="rId22"/>
    <p:sldId id="266" r:id="rId23"/>
    <p:sldId id="267" r:id="rId24"/>
    <p:sldId id="268" r:id="rId25"/>
    <p:sldId id="270" r:id="rId26"/>
    <p:sldId id="271" r:id="rId27"/>
    <p:sldId id="272" r:id="rId2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F214F1A-532B-4E13-BA67-A25B5AD98C6B}" v="84" dt="2025-06-04T16:22:38.145"/>
    <p1510:client id="{80A66A87-5102-4D90-9A47-650D8951676F}" v="48" dt="2025-06-04T11:53:31.33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2" autoAdjust="0"/>
    <p:restoredTop sz="94673" autoAdjust="0"/>
  </p:normalViewPr>
  <p:slideViewPr>
    <p:cSldViewPr snapToGrid="0">
      <p:cViewPr varScale="1">
        <p:scale>
          <a:sx n="105" d="100"/>
          <a:sy n="105" d="100"/>
        </p:scale>
        <p:origin x="162" y="84"/>
      </p:cViewPr>
      <p:guideLst/>
    </p:cSldViewPr>
  </p:slideViewPr>
  <p:outlineViewPr>
    <p:cViewPr>
      <p:scale>
        <a:sx n="33" d="100"/>
        <a:sy n="33" d="100"/>
      </p:scale>
      <p:origin x="0" y="-372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35" Type="http://schemas.microsoft.com/office/2015/10/relationships/revisionInfo" Target="revisionInfo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aju Adhikary" userId="5d6c8f2e09f21277" providerId="LiveId" clId="{0F214F1A-532B-4E13-BA67-A25B5AD98C6B}"/>
    <pc:docChg chg="undo redo custSel modSld">
      <pc:chgData name="Raju Adhikary" userId="5d6c8f2e09f21277" providerId="LiveId" clId="{0F214F1A-532B-4E13-BA67-A25B5AD98C6B}" dt="2025-06-04T16:23:43.421" v="231" actId="14429"/>
      <pc:docMkLst>
        <pc:docMk/>
      </pc:docMkLst>
      <pc:sldChg chg="modSp">
        <pc:chgData name="Raju Adhikary" userId="5d6c8f2e09f21277" providerId="LiveId" clId="{0F214F1A-532B-4E13-BA67-A25B5AD98C6B}" dt="2025-06-04T12:34:07.196" v="18"/>
        <pc:sldMkLst>
          <pc:docMk/>
          <pc:sldMk cId="2668848401" sldId="257"/>
        </pc:sldMkLst>
        <pc:picChg chg="mod">
          <ac:chgData name="Raju Adhikary" userId="5d6c8f2e09f21277" providerId="LiveId" clId="{0F214F1A-532B-4E13-BA67-A25B5AD98C6B}" dt="2025-06-04T12:34:07.196" v="18"/>
          <ac:picMkLst>
            <pc:docMk/>
            <pc:sldMk cId="2668848401" sldId="257"/>
            <ac:picMk id="6" creationId="{CC6285F1-25C4-DC49-ADDC-7A6308B7C05F}"/>
          </ac:picMkLst>
        </pc:picChg>
      </pc:sldChg>
      <pc:sldChg chg="modSp mod">
        <pc:chgData name="Raju Adhikary" userId="5d6c8f2e09f21277" providerId="LiveId" clId="{0F214F1A-532B-4E13-BA67-A25B5AD98C6B}" dt="2025-06-04T12:54:06.926" v="33" actId="1440"/>
        <pc:sldMkLst>
          <pc:docMk/>
          <pc:sldMk cId="2266882289" sldId="264"/>
        </pc:sldMkLst>
        <pc:picChg chg="mod">
          <ac:chgData name="Raju Adhikary" userId="5d6c8f2e09f21277" providerId="LiveId" clId="{0F214F1A-532B-4E13-BA67-A25B5AD98C6B}" dt="2025-06-04T12:54:06.926" v="33" actId="1440"/>
          <ac:picMkLst>
            <pc:docMk/>
            <pc:sldMk cId="2266882289" sldId="264"/>
            <ac:picMk id="5" creationId="{5F0FE007-9D0E-2950-341B-EE24776A0930}"/>
          </ac:picMkLst>
        </pc:picChg>
      </pc:sldChg>
      <pc:sldChg chg="addSp modSp mod">
        <pc:chgData name="Raju Adhikary" userId="5d6c8f2e09f21277" providerId="LiveId" clId="{0F214F1A-532B-4E13-BA67-A25B5AD98C6B}" dt="2025-06-04T13:01:45.692" v="54" actId="1440"/>
        <pc:sldMkLst>
          <pc:docMk/>
          <pc:sldMk cId="3406913350" sldId="265"/>
        </pc:sldMkLst>
        <pc:spChg chg="mod">
          <ac:chgData name="Raju Adhikary" userId="5d6c8f2e09f21277" providerId="LiveId" clId="{0F214F1A-532B-4E13-BA67-A25B5AD98C6B}" dt="2025-06-04T13:00:37.552" v="52" actId="14100"/>
          <ac:spMkLst>
            <pc:docMk/>
            <pc:sldMk cId="3406913350" sldId="265"/>
            <ac:spMk id="2" creationId="{489F3386-A5B5-7DDD-9922-412CB1F79A7E}"/>
          </ac:spMkLst>
        </pc:spChg>
        <pc:spChg chg="add mod">
          <ac:chgData name="Raju Adhikary" userId="5d6c8f2e09f21277" providerId="LiveId" clId="{0F214F1A-532B-4E13-BA67-A25B5AD98C6B}" dt="2025-06-04T12:59:54.713" v="44" actId="14100"/>
          <ac:spMkLst>
            <pc:docMk/>
            <pc:sldMk cId="3406913350" sldId="265"/>
            <ac:spMk id="4" creationId="{6ABD2977-29F3-340B-B3B5-EFB41F5E2A0C}"/>
          </ac:spMkLst>
        </pc:spChg>
        <pc:picChg chg="add mod">
          <ac:chgData name="Raju Adhikary" userId="5d6c8f2e09f21277" providerId="LiveId" clId="{0F214F1A-532B-4E13-BA67-A25B5AD98C6B}" dt="2025-06-04T13:01:45.692" v="54" actId="1440"/>
          <ac:picMkLst>
            <pc:docMk/>
            <pc:sldMk cId="3406913350" sldId="265"/>
            <ac:picMk id="5" creationId="{E25E7A89-7D86-080A-F1ED-BC432E3E839A}"/>
          </ac:picMkLst>
        </pc:picChg>
      </pc:sldChg>
      <pc:sldChg chg="addSp modSp mod">
        <pc:chgData name="Raju Adhikary" userId="5d6c8f2e09f21277" providerId="LiveId" clId="{0F214F1A-532B-4E13-BA67-A25B5AD98C6B}" dt="2025-06-04T13:10:00.363" v="79" actId="1362"/>
        <pc:sldMkLst>
          <pc:docMk/>
          <pc:sldMk cId="1770083156" sldId="266"/>
        </pc:sldMkLst>
        <pc:spChg chg="mod">
          <ac:chgData name="Raju Adhikary" userId="5d6c8f2e09f21277" providerId="LiveId" clId="{0F214F1A-532B-4E13-BA67-A25B5AD98C6B}" dt="2025-06-04T13:08:54.583" v="78" actId="14100"/>
          <ac:spMkLst>
            <pc:docMk/>
            <pc:sldMk cId="1770083156" sldId="266"/>
            <ac:spMk id="2" creationId="{26DCCD54-EFE1-7810-F9F3-D8B9796D225B}"/>
          </ac:spMkLst>
        </pc:spChg>
        <pc:picChg chg="add mod">
          <ac:chgData name="Raju Adhikary" userId="5d6c8f2e09f21277" providerId="LiveId" clId="{0F214F1A-532B-4E13-BA67-A25B5AD98C6B}" dt="2025-06-04T13:10:00.363" v="79" actId="1362"/>
          <ac:picMkLst>
            <pc:docMk/>
            <pc:sldMk cId="1770083156" sldId="266"/>
            <ac:picMk id="3" creationId="{783782B6-2AFC-B69A-E42A-E421CE0971AA}"/>
          </ac:picMkLst>
        </pc:picChg>
        <pc:picChg chg="mod">
          <ac:chgData name="Raju Adhikary" userId="5d6c8f2e09f21277" providerId="LiveId" clId="{0F214F1A-532B-4E13-BA67-A25B5AD98C6B}" dt="2025-06-04T12:54:24.369" v="34" actId="1440"/>
          <ac:picMkLst>
            <pc:docMk/>
            <pc:sldMk cId="1770083156" sldId="266"/>
            <ac:picMk id="5" creationId="{461A73ED-B5CD-51EF-11F1-494B709D7A3B}"/>
          </ac:picMkLst>
        </pc:picChg>
      </pc:sldChg>
      <pc:sldChg chg="addSp modSp mod">
        <pc:chgData name="Raju Adhikary" userId="5d6c8f2e09f21277" providerId="LiveId" clId="{0F214F1A-532B-4E13-BA67-A25B5AD98C6B}" dt="2025-06-04T13:43:49.820" v="166" actId="1076"/>
        <pc:sldMkLst>
          <pc:docMk/>
          <pc:sldMk cId="1260956508" sldId="267"/>
        </pc:sldMkLst>
        <pc:spChg chg="mod">
          <ac:chgData name="Raju Adhikary" userId="5d6c8f2e09f21277" providerId="LiveId" clId="{0F214F1A-532B-4E13-BA67-A25B5AD98C6B}" dt="2025-06-04T13:33:28.881" v="145" actId="27636"/>
          <ac:spMkLst>
            <pc:docMk/>
            <pc:sldMk cId="1260956508" sldId="267"/>
            <ac:spMk id="2" creationId="{888EE383-1800-229E-B56B-E64EAE9926C2}"/>
          </ac:spMkLst>
        </pc:spChg>
        <pc:picChg chg="add mod">
          <ac:chgData name="Raju Adhikary" userId="5d6c8f2e09f21277" providerId="LiveId" clId="{0F214F1A-532B-4E13-BA67-A25B5AD98C6B}" dt="2025-06-04T13:43:49.820" v="166" actId="1076"/>
          <ac:picMkLst>
            <pc:docMk/>
            <pc:sldMk cId="1260956508" sldId="267"/>
            <ac:picMk id="5" creationId="{4FD22289-D6AE-8AEA-E857-03FC9943EDA4}"/>
          </ac:picMkLst>
        </pc:picChg>
      </pc:sldChg>
      <pc:sldChg chg="addSp modSp mod">
        <pc:chgData name="Raju Adhikary" userId="5d6c8f2e09f21277" providerId="LiveId" clId="{0F214F1A-532B-4E13-BA67-A25B5AD98C6B}" dt="2025-06-04T13:00:02.104" v="46" actId="1076"/>
        <pc:sldMkLst>
          <pc:docMk/>
          <pc:sldMk cId="1710025814" sldId="268"/>
        </pc:sldMkLst>
        <pc:spChg chg="mod">
          <ac:chgData name="Raju Adhikary" userId="5d6c8f2e09f21277" providerId="LiveId" clId="{0F214F1A-532B-4E13-BA67-A25B5AD98C6B}" dt="2025-06-04T12:55:43.139" v="35" actId="14100"/>
          <ac:spMkLst>
            <pc:docMk/>
            <pc:sldMk cId="1710025814" sldId="268"/>
            <ac:spMk id="2" creationId="{42B271A5-568D-6FE4-0046-47234716BE85}"/>
          </ac:spMkLst>
        </pc:spChg>
        <pc:picChg chg="add mod">
          <ac:chgData name="Raju Adhikary" userId="5d6c8f2e09f21277" providerId="LiveId" clId="{0F214F1A-532B-4E13-BA67-A25B5AD98C6B}" dt="2025-06-04T13:00:02.104" v="46" actId="1076"/>
          <ac:picMkLst>
            <pc:docMk/>
            <pc:sldMk cId="1710025814" sldId="268"/>
            <ac:picMk id="5" creationId="{B0777FB2-44F1-F50F-A0AD-CF37C61A6001}"/>
          </ac:picMkLst>
        </pc:picChg>
      </pc:sldChg>
      <pc:sldChg chg="addSp modSp mod setBg">
        <pc:chgData name="Raju Adhikary" userId="5d6c8f2e09f21277" providerId="LiveId" clId="{0F214F1A-532B-4E13-BA67-A25B5AD98C6B}" dt="2025-06-04T16:23:43.421" v="231" actId="14429"/>
        <pc:sldMkLst>
          <pc:docMk/>
          <pc:sldMk cId="4163269758" sldId="276"/>
        </pc:sldMkLst>
        <pc:spChg chg="mod">
          <ac:chgData name="Raju Adhikary" userId="5d6c8f2e09f21277" providerId="LiveId" clId="{0F214F1A-532B-4E13-BA67-A25B5AD98C6B}" dt="2025-06-04T13:57:06.747" v="201" actId="1076"/>
          <ac:spMkLst>
            <pc:docMk/>
            <pc:sldMk cId="4163269758" sldId="276"/>
            <ac:spMk id="3" creationId="{00000000-0000-0000-0000-000000000000}"/>
          </ac:spMkLst>
        </pc:spChg>
        <pc:spChg chg="mod modVis">
          <ac:chgData name="Raju Adhikary" userId="5d6c8f2e09f21277" providerId="LiveId" clId="{0F214F1A-532B-4E13-BA67-A25B5AD98C6B}" dt="2025-06-04T16:23:43.421" v="231" actId="14429"/>
          <ac:spMkLst>
            <pc:docMk/>
            <pc:sldMk cId="4163269758" sldId="276"/>
            <ac:spMk id="9" creationId="{9F7D788E-2C1B-4EF4-8719-12613771FF98}"/>
          </ac:spMkLst>
        </pc:spChg>
        <pc:picChg chg="add mod">
          <ac:chgData name="Raju Adhikary" userId="5d6c8f2e09f21277" providerId="LiveId" clId="{0F214F1A-532B-4E13-BA67-A25B5AD98C6B}" dt="2025-06-04T16:22:07.130" v="212" actId="1076"/>
          <ac:picMkLst>
            <pc:docMk/>
            <pc:sldMk cId="4163269758" sldId="276"/>
            <ac:picMk id="5" creationId="{84FC2AB8-F64A-34B5-5227-A4EE23B03713}"/>
          </ac:picMkLst>
        </pc:picChg>
        <pc:picChg chg="add mod">
          <ac:chgData name="Raju Adhikary" userId="5d6c8f2e09f21277" providerId="LiveId" clId="{0F214F1A-532B-4E13-BA67-A25B5AD98C6B}" dt="2025-06-04T16:21:54.532" v="208" actId="1076"/>
          <ac:picMkLst>
            <pc:docMk/>
            <pc:sldMk cId="4163269758" sldId="276"/>
            <ac:picMk id="6" creationId="{75393F32-CC4E-9BB0-60B1-D3298495C2E8}"/>
          </ac:picMkLst>
        </pc:picChg>
        <pc:picChg chg="add mod ord modVis">
          <ac:chgData name="Raju Adhikary" userId="5d6c8f2e09f21277" providerId="LiveId" clId="{0F214F1A-532B-4E13-BA67-A25B5AD98C6B}" dt="2025-06-04T16:23:38.969" v="227" actId="29295"/>
          <ac:picMkLst>
            <pc:docMk/>
            <pc:sldMk cId="4163269758" sldId="276"/>
            <ac:picMk id="8" creationId="{6236B14C-08B6-E34B-7DE6-D584B8CA7768}"/>
          </ac:picMkLst>
        </pc:picChg>
        <pc:picChg chg="add mod">
          <ac:chgData name="Raju Adhikary" userId="5d6c8f2e09f21277" providerId="LiveId" clId="{0F214F1A-532B-4E13-BA67-A25B5AD98C6B}" dt="2025-06-04T13:56:42.609" v="199" actId="1076"/>
          <ac:picMkLst>
            <pc:docMk/>
            <pc:sldMk cId="4163269758" sldId="276"/>
            <ac:picMk id="2050" creationId="{DFDF4703-A72F-1E2F-3F1A-3D6130BA1B87}"/>
          </ac:picMkLst>
        </pc:picChg>
        <pc:picChg chg="add mod">
          <ac:chgData name="Raju Adhikary" userId="5d6c8f2e09f21277" providerId="LiveId" clId="{0F214F1A-532B-4E13-BA67-A25B5AD98C6B}" dt="2025-06-04T16:21:41.533" v="203" actId="1076"/>
          <ac:picMkLst>
            <pc:docMk/>
            <pc:sldMk cId="4163269758" sldId="276"/>
            <ac:picMk id="2052" creationId="{D02411DB-686A-681B-EF9D-85F8F7FC6C1F}"/>
          </ac:picMkLst>
        </pc:picChg>
      </pc:sldChg>
      <pc:sldChg chg="modSp mod">
        <pc:chgData name="Raju Adhikary" userId="5d6c8f2e09f21277" providerId="LiveId" clId="{0F214F1A-532B-4E13-BA67-A25B5AD98C6B}" dt="2025-06-04T13:19:55.271" v="135" actId="1076"/>
        <pc:sldMkLst>
          <pc:docMk/>
          <pc:sldMk cId="4133996337" sldId="284"/>
        </pc:sldMkLst>
        <pc:picChg chg="mod modCrop">
          <ac:chgData name="Raju Adhikary" userId="5d6c8f2e09f21277" providerId="LiveId" clId="{0F214F1A-532B-4E13-BA67-A25B5AD98C6B}" dt="2025-06-04T13:19:55.271" v="135" actId="1076"/>
          <ac:picMkLst>
            <pc:docMk/>
            <pc:sldMk cId="4133996337" sldId="284"/>
            <ac:picMk id="9" creationId="{27A5E8AE-2915-479A-9F2A-7D7A7429F891}"/>
          </ac:picMkLst>
        </pc:picChg>
      </pc:sldChg>
    </pc:docChg>
  </pc:docChgLst>
  <pc:docChgLst>
    <pc:chgData name="Raju Adhikary" userId="5d6c8f2e09f21277" providerId="LiveId" clId="{80A66A87-5102-4D90-9A47-650D8951676F}"/>
    <pc:docChg chg="undo custSel addSld delSld modSld">
      <pc:chgData name="Raju Adhikary" userId="5d6c8f2e09f21277" providerId="LiveId" clId="{80A66A87-5102-4D90-9A47-650D8951676F}" dt="2025-06-04T11:54:18.436" v="247" actId="403"/>
      <pc:docMkLst>
        <pc:docMk/>
      </pc:docMkLst>
      <pc:sldChg chg="addSp modSp mod">
        <pc:chgData name="Raju Adhikary" userId="5d6c8f2e09f21277" providerId="LiveId" clId="{80A66A87-5102-4D90-9A47-650D8951676F}" dt="2025-06-04T11:54:18.436" v="247" actId="403"/>
        <pc:sldMkLst>
          <pc:docMk/>
          <pc:sldMk cId="2107458529" sldId="258"/>
        </pc:sldMkLst>
        <pc:spChg chg="add mod">
          <ac:chgData name="Raju Adhikary" userId="5d6c8f2e09f21277" providerId="LiveId" clId="{80A66A87-5102-4D90-9A47-650D8951676F}" dt="2025-06-04T11:53:51.870" v="243" actId="14100"/>
          <ac:spMkLst>
            <pc:docMk/>
            <pc:sldMk cId="2107458529" sldId="258"/>
            <ac:spMk id="7" creationId="{E13D62BE-E9B5-6EE1-B0D5-3C350E455A80}"/>
          </ac:spMkLst>
        </pc:spChg>
        <pc:graphicFrameChg chg="modGraphic">
          <ac:chgData name="Raju Adhikary" userId="5d6c8f2e09f21277" providerId="LiveId" clId="{80A66A87-5102-4D90-9A47-650D8951676F}" dt="2025-06-04T11:54:18.436" v="247" actId="403"/>
          <ac:graphicFrameMkLst>
            <pc:docMk/>
            <pc:sldMk cId="2107458529" sldId="258"/>
            <ac:graphicFrameMk id="5" creationId="{5C9BDAA8-4C9E-B230-385B-00206C1FFEBD}"/>
          </ac:graphicFrameMkLst>
        </pc:graphicFrameChg>
        <pc:picChg chg="add mod">
          <ac:chgData name="Raju Adhikary" userId="5d6c8f2e09f21277" providerId="LiveId" clId="{80A66A87-5102-4D90-9A47-650D8951676F}" dt="2025-06-04T11:54:01.840" v="244" actId="1076"/>
          <ac:picMkLst>
            <pc:docMk/>
            <pc:sldMk cId="2107458529" sldId="258"/>
            <ac:picMk id="4" creationId="{6CBE920B-530A-973E-3E81-C3D33723B339}"/>
          </ac:picMkLst>
        </pc:picChg>
      </pc:sldChg>
      <pc:sldChg chg="addSp delSp modSp mod">
        <pc:chgData name="Raju Adhikary" userId="5d6c8f2e09f21277" providerId="LiveId" clId="{80A66A87-5102-4D90-9A47-650D8951676F}" dt="2025-06-04T11:09:00.114" v="157" actId="26606"/>
        <pc:sldMkLst>
          <pc:docMk/>
          <pc:sldMk cId="2266882289" sldId="264"/>
        </pc:sldMkLst>
        <pc:spChg chg="mod">
          <ac:chgData name="Raju Adhikary" userId="5d6c8f2e09f21277" providerId="LiveId" clId="{80A66A87-5102-4D90-9A47-650D8951676F}" dt="2025-06-04T11:09:00.114" v="157" actId="26606"/>
          <ac:spMkLst>
            <pc:docMk/>
            <pc:sldMk cId="2266882289" sldId="264"/>
            <ac:spMk id="2" creationId="{35BB98C6-7F04-EF43-3B09-AA04B9EB512B}"/>
          </ac:spMkLst>
        </pc:spChg>
        <pc:spChg chg="mod">
          <ac:chgData name="Raju Adhikary" userId="5d6c8f2e09f21277" providerId="LiveId" clId="{80A66A87-5102-4D90-9A47-650D8951676F}" dt="2025-06-04T11:09:00.114" v="157" actId="26606"/>
          <ac:spMkLst>
            <pc:docMk/>
            <pc:sldMk cId="2266882289" sldId="264"/>
            <ac:spMk id="3" creationId="{FF3B3E55-F346-B18D-C374-C8942B771BB0}"/>
          </ac:spMkLst>
        </pc:spChg>
        <pc:spChg chg="add del">
          <ac:chgData name="Raju Adhikary" userId="5d6c8f2e09f21277" providerId="LiveId" clId="{80A66A87-5102-4D90-9A47-650D8951676F}" dt="2025-06-04T11:09:00.114" v="157" actId="26606"/>
          <ac:spMkLst>
            <pc:docMk/>
            <pc:sldMk cId="2266882289" sldId="264"/>
            <ac:spMk id="365" creationId="{5A0118C5-4F8D-4CF4-BADD-53FEACC6C42A}"/>
          </ac:spMkLst>
        </pc:spChg>
        <pc:spChg chg="add del">
          <ac:chgData name="Raju Adhikary" userId="5d6c8f2e09f21277" providerId="LiveId" clId="{80A66A87-5102-4D90-9A47-650D8951676F}" dt="2025-06-04T11:09:00.114" v="157" actId="26606"/>
          <ac:spMkLst>
            <pc:docMk/>
            <pc:sldMk cId="2266882289" sldId="264"/>
            <ac:spMk id="367" creationId="{4E0A5C5C-2A95-428E-9F6A-0D29EBD57C9F}"/>
          </ac:spMkLst>
        </pc:spChg>
        <pc:spChg chg="add del">
          <ac:chgData name="Raju Adhikary" userId="5d6c8f2e09f21277" providerId="LiveId" clId="{80A66A87-5102-4D90-9A47-650D8951676F}" dt="2025-06-04T11:09:00.114" v="157" actId="26606"/>
          <ac:spMkLst>
            <pc:docMk/>
            <pc:sldMk cId="2266882289" sldId="264"/>
            <ac:spMk id="371" creationId="{C7278469-3C3C-49CE-AEEE-E176A4900B78}"/>
          </ac:spMkLst>
        </pc:spChg>
        <pc:spChg chg="add del">
          <ac:chgData name="Raju Adhikary" userId="5d6c8f2e09f21277" providerId="LiveId" clId="{80A66A87-5102-4D90-9A47-650D8951676F}" dt="2025-06-04T11:09:00.114" v="157" actId="26606"/>
          <ac:spMkLst>
            <pc:docMk/>
            <pc:sldMk cId="2266882289" sldId="264"/>
            <ac:spMk id="379" creationId="{C83B66D7-137D-4AC1-B172-53D60F08BEB5}"/>
          </ac:spMkLst>
        </pc:spChg>
        <pc:spChg chg="add del">
          <ac:chgData name="Raju Adhikary" userId="5d6c8f2e09f21277" providerId="LiveId" clId="{80A66A87-5102-4D90-9A47-650D8951676F}" dt="2025-06-04T11:09:00.114" v="157" actId="26606"/>
          <ac:spMkLst>
            <pc:docMk/>
            <pc:sldMk cId="2266882289" sldId="264"/>
            <ac:spMk id="381" creationId="{F6B92503-6984-4D15-8B98-8718709B785D}"/>
          </ac:spMkLst>
        </pc:spChg>
        <pc:spChg chg="add del">
          <ac:chgData name="Raju Adhikary" userId="5d6c8f2e09f21277" providerId="LiveId" clId="{80A66A87-5102-4D90-9A47-650D8951676F}" dt="2025-06-04T11:09:00.114" v="157" actId="26606"/>
          <ac:spMkLst>
            <pc:docMk/>
            <pc:sldMk cId="2266882289" sldId="264"/>
            <ac:spMk id="383" creationId="{08DDF938-524E-4C18-A47D-C00627832366}"/>
          </ac:spMkLst>
        </pc:spChg>
        <pc:spChg chg="add del">
          <ac:chgData name="Raju Adhikary" userId="5d6c8f2e09f21277" providerId="LiveId" clId="{80A66A87-5102-4D90-9A47-650D8951676F}" dt="2025-06-04T11:08:21.080" v="151" actId="26606"/>
          <ac:spMkLst>
            <pc:docMk/>
            <pc:sldMk cId="2266882289" sldId="264"/>
            <ac:spMk id="395" creationId="{058A14AF-9FB5-4CC7-BA35-E8E85D3EDF0E}"/>
          </ac:spMkLst>
        </pc:spChg>
        <pc:spChg chg="add del">
          <ac:chgData name="Raju Adhikary" userId="5d6c8f2e09f21277" providerId="LiveId" clId="{80A66A87-5102-4D90-9A47-650D8951676F}" dt="2025-06-04T11:08:21.080" v="151" actId="26606"/>
          <ac:spMkLst>
            <pc:docMk/>
            <pc:sldMk cId="2266882289" sldId="264"/>
            <ac:spMk id="397" creationId="{3A9A4357-BD1D-4622-A4FE-766E6AB8DE84}"/>
          </ac:spMkLst>
        </pc:spChg>
        <pc:spChg chg="add del">
          <ac:chgData name="Raju Adhikary" userId="5d6c8f2e09f21277" providerId="LiveId" clId="{80A66A87-5102-4D90-9A47-650D8951676F}" dt="2025-06-04T11:09:00.114" v="157" actId="26606"/>
          <ac:spMkLst>
            <pc:docMk/>
            <pc:sldMk cId="2266882289" sldId="264"/>
            <ac:spMk id="403" creationId="{8D1AA55E-40D5-461B-A5A8-4AE8AAB71B08}"/>
          </ac:spMkLst>
        </pc:spChg>
        <pc:spChg chg="add del">
          <ac:chgData name="Raju Adhikary" userId="5d6c8f2e09f21277" providerId="LiveId" clId="{80A66A87-5102-4D90-9A47-650D8951676F}" dt="2025-06-04T11:09:00.114" v="157" actId="26606"/>
          <ac:spMkLst>
            <pc:docMk/>
            <pc:sldMk cId="2266882289" sldId="264"/>
            <ac:spMk id="406" creationId="{E3020543-B24B-4EC4-8FFC-8DD88EEA91A8}"/>
          </ac:spMkLst>
        </pc:spChg>
        <pc:picChg chg="add mod">
          <ac:chgData name="Raju Adhikary" userId="5d6c8f2e09f21277" providerId="LiveId" clId="{80A66A87-5102-4D90-9A47-650D8951676F}" dt="2025-06-04T10:41:20.868" v="85" actId="1076"/>
          <ac:picMkLst>
            <pc:docMk/>
            <pc:sldMk cId="2266882289" sldId="264"/>
            <ac:picMk id="5" creationId="{5F0FE007-9D0E-2950-341B-EE24776A0930}"/>
          </ac:picMkLst>
        </pc:picChg>
      </pc:sldChg>
      <pc:sldChg chg="addSp delSp modSp mod">
        <pc:chgData name="Raju Adhikary" userId="5d6c8f2e09f21277" providerId="LiveId" clId="{80A66A87-5102-4D90-9A47-650D8951676F}" dt="2025-06-04T10:48:54.551" v="103" actId="14100"/>
        <pc:sldMkLst>
          <pc:docMk/>
          <pc:sldMk cId="3406913350" sldId="265"/>
        </pc:sldMkLst>
        <pc:spChg chg="mod">
          <ac:chgData name="Raju Adhikary" userId="5d6c8f2e09f21277" providerId="LiveId" clId="{80A66A87-5102-4D90-9A47-650D8951676F}" dt="2025-06-04T10:48:54.551" v="103" actId="14100"/>
          <ac:spMkLst>
            <pc:docMk/>
            <pc:sldMk cId="3406913350" sldId="265"/>
            <ac:spMk id="2" creationId="{489F3386-A5B5-7DDD-9922-412CB1F79A7E}"/>
          </ac:spMkLst>
        </pc:spChg>
        <pc:picChg chg="add del mod modCrop">
          <ac:chgData name="Raju Adhikary" userId="5d6c8f2e09f21277" providerId="LiveId" clId="{80A66A87-5102-4D90-9A47-650D8951676F}" dt="2025-06-04T10:48:32.142" v="102" actId="478"/>
          <ac:picMkLst>
            <pc:docMk/>
            <pc:sldMk cId="3406913350" sldId="265"/>
            <ac:picMk id="5" creationId="{3315EBC7-FC88-9E48-0B32-5196C5D4EC53}"/>
          </ac:picMkLst>
        </pc:picChg>
      </pc:sldChg>
      <pc:sldChg chg="modSp mod">
        <pc:chgData name="Raju Adhikary" userId="5d6c8f2e09f21277" providerId="LiveId" clId="{80A66A87-5102-4D90-9A47-650D8951676F}" dt="2025-06-04T11:32:25.040" v="227" actId="20577"/>
        <pc:sldMkLst>
          <pc:docMk/>
          <pc:sldMk cId="1260956508" sldId="267"/>
        </pc:sldMkLst>
        <pc:spChg chg="mod">
          <ac:chgData name="Raju Adhikary" userId="5d6c8f2e09f21277" providerId="LiveId" clId="{80A66A87-5102-4D90-9A47-650D8951676F}" dt="2025-06-04T11:32:25.040" v="227" actId="20577"/>
          <ac:spMkLst>
            <pc:docMk/>
            <pc:sldMk cId="1260956508" sldId="267"/>
            <ac:spMk id="3" creationId="{12FAEB26-C263-F74A-D4A4-C4FC0A27A7F8}"/>
          </ac:spMkLst>
        </pc:spChg>
      </pc:sldChg>
      <pc:sldChg chg="addSp delSp modSp mod">
        <pc:chgData name="Raju Adhikary" userId="5d6c8f2e09f21277" providerId="LiveId" clId="{80A66A87-5102-4D90-9A47-650D8951676F}" dt="2025-06-04T10:58:32.433" v="127" actId="27636"/>
        <pc:sldMkLst>
          <pc:docMk/>
          <pc:sldMk cId="1872176253" sldId="270"/>
        </pc:sldMkLst>
        <pc:spChg chg="mod">
          <ac:chgData name="Raju Adhikary" userId="5d6c8f2e09f21277" providerId="LiveId" clId="{80A66A87-5102-4D90-9A47-650D8951676F}" dt="2025-06-04T10:57:42.115" v="119" actId="14100"/>
          <ac:spMkLst>
            <pc:docMk/>
            <pc:sldMk cId="1872176253" sldId="270"/>
            <ac:spMk id="2" creationId="{BC99F2CD-38E9-5282-4706-6093A1F30404}"/>
          </ac:spMkLst>
        </pc:spChg>
        <pc:spChg chg="mod">
          <ac:chgData name="Raju Adhikary" userId="5d6c8f2e09f21277" providerId="LiveId" clId="{80A66A87-5102-4D90-9A47-650D8951676F}" dt="2025-06-04T10:58:32.433" v="127" actId="27636"/>
          <ac:spMkLst>
            <pc:docMk/>
            <pc:sldMk cId="1872176253" sldId="270"/>
            <ac:spMk id="3" creationId="{550C1FF0-60D0-A03E-D8AA-9C8926A4A7E2}"/>
          </ac:spMkLst>
        </pc:spChg>
        <pc:spChg chg="del">
          <ac:chgData name="Raju Adhikary" userId="5d6c8f2e09f21277" providerId="LiveId" clId="{80A66A87-5102-4D90-9A47-650D8951676F}" dt="2025-06-04T10:57:25.488" v="116" actId="26606"/>
          <ac:spMkLst>
            <pc:docMk/>
            <pc:sldMk cId="1872176253" sldId="270"/>
            <ac:spMk id="8" creationId="{5A0118C5-4F8D-4CF4-BADD-53FEACC6C42A}"/>
          </ac:spMkLst>
        </pc:spChg>
        <pc:spChg chg="del">
          <ac:chgData name="Raju Adhikary" userId="5d6c8f2e09f21277" providerId="LiveId" clId="{80A66A87-5102-4D90-9A47-650D8951676F}" dt="2025-06-04T10:57:25.488" v="116" actId="26606"/>
          <ac:spMkLst>
            <pc:docMk/>
            <pc:sldMk cId="1872176253" sldId="270"/>
            <ac:spMk id="12" creationId="{1056F38F-7C4E-461D-8709-7D0024AE1F79}"/>
          </ac:spMkLst>
        </pc:spChg>
        <pc:spChg chg="del">
          <ac:chgData name="Raju Adhikary" userId="5d6c8f2e09f21277" providerId="LiveId" clId="{80A66A87-5102-4D90-9A47-650D8951676F}" dt="2025-06-04T10:57:25.488" v="116" actId="26606"/>
          <ac:spMkLst>
            <pc:docMk/>
            <pc:sldMk cId="1872176253" sldId="270"/>
            <ac:spMk id="14" creationId="{C7278469-3C3C-49CE-AEEE-E176A4900B78}"/>
          </ac:spMkLst>
        </pc:spChg>
        <pc:spChg chg="del">
          <ac:chgData name="Raju Adhikary" userId="5d6c8f2e09f21277" providerId="LiveId" clId="{80A66A87-5102-4D90-9A47-650D8951676F}" dt="2025-06-04T10:57:25.488" v="116" actId="26606"/>
          <ac:spMkLst>
            <pc:docMk/>
            <pc:sldMk cId="1872176253" sldId="270"/>
            <ac:spMk id="20" creationId="{4C6598AB-1C17-4D54-951C-A082D94ACB7A}"/>
          </ac:spMkLst>
        </pc:spChg>
        <pc:spChg chg="del">
          <ac:chgData name="Raju Adhikary" userId="5d6c8f2e09f21277" providerId="LiveId" clId="{80A66A87-5102-4D90-9A47-650D8951676F}" dt="2025-06-04T10:57:25.488" v="116" actId="26606"/>
          <ac:spMkLst>
            <pc:docMk/>
            <pc:sldMk cId="1872176253" sldId="270"/>
            <ac:spMk id="22" creationId="{C83B66D7-137D-4AC1-B172-53D60F08BEB5}"/>
          </ac:spMkLst>
        </pc:spChg>
        <pc:spChg chg="del">
          <ac:chgData name="Raju Adhikary" userId="5d6c8f2e09f21277" providerId="LiveId" clId="{80A66A87-5102-4D90-9A47-650D8951676F}" dt="2025-06-04T10:57:25.488" v="116" actId="26606"/>
          <ac:spMkLst>
            <pc:docMk/>
            <pc:sldMk cId="1872176253" sldId="270"/>
            <ac:spMk id="24" creationId="{F6B92503-6984-4D15-8B98-8718709B785D}"/>
          </ac:spMkLst>
        </pc:spChg>
        <pc:spChg chg="del">
          <ac:chgData name="Raju Adhikary" userId="5d6c8f2e09f21277" providerId="LiveId" clId="{80A66A87-5102-4D90-9A47-650D8951676F}" dt="2025-06-04T10:57:25.488" v="116" actId="26606"/>
          <ac:spMkLst>
            <pc:docMk/>
            <pc:sldMk cId="1872176253" sldId="270"/>
            <ac:spMk id="26" creationId="{08DDF938-524E-4C18-A47D-C00627832366}"/>
          </ac:spMkLst>
        </pc:spChg>
        <pc:spChg chg="add">
          <ac:chgData name="Raju Adhikary" userId="5d6c8f2e09f21277" providerId="LiveId" clId="{80A66A87-5102-4D90-9A47-650D8951676F}" dt="2025-06-04T10:57:25.488" v="116" actId="26606"/>
          <ac:spMkLst>
            <pc:docMk/>
            <pc:sldMk cId="1872176253" sldId="270"/>
            <ac:spMk id="38" creationId="{1CDD8E39-EA14-4679-9655-1BFF5A7B63EE}"/>
          </ac:spMkLst>
        </pc:spChg>
        <pc:picChg chg="add mod">
          <ac:chgData name="Raju Adhikary" userId="5d6c8f2e09f21277" providerId="LiveId" clId="{80A66A87-5102-4D90-9A47-650D8951676F}" dt="2025-06-04T10:56:32.689" v="115" actId="1076"/>
          <ac:picMkLst>
            <pc:docMk/>
            <pc:sldMk cId="1872176253" sldId="270"/>
            <ac:picMk id="5" creationId="{8F8702F4-921F-0D08-F3BD-A8B0C20D9843}"/>
          </ac:picMkLst>
        </pc:picChg>
      </pc:sldChg>
      <pc:sldChg chg="addSp delSp modSp mod setBg modAnim setClrOvrMap">
        <pc:chgData name="Raju Adhikary" userId="5d6c8f2e09f21277" providerId="LiveId" clId="{80A66A87-5102-4D90-9A47-650D8951676F}" dt="2025-06-04T11:04:01.088" v="139" actId="26606"/>
        <pc:sldMkLst>
          <pc:docMk/>
          <pc:sldMk cId="3921884986" sldId="271"/>
        </pc:sldMkLst>
        <pc:spChg chg="mod">
          <ac:chgData name="Raju Adhikary" userId="5d6c8f2e09f21277" providerId="LiveId" clId="{80A66A87-5102-4D90-9A47-650D8951676F}" dt="2025-06-04T11:04:01.088" v="139" actId="26606"/>
          <ac:spMkLst>
            <pc:docMk/>
            <pc:sldMk cId="3921884986" sldId="271"/>
            <ac:spMk id="2" creationId="{DB5EB1B4-7F5B-47F3-66CF-B38A4FA2B845}"/>
          </ac:spMkLst>
        </pc:spChg>
        <pc:spChg chg="mod">
          <ac:chgData name="Raju Adhikary" userId="5d6c8f2e09f21277" providerId="LiveId" clId="{80A66A87-5102-4D90-9A47-650D8951676F}" dt="2025-06-04T11:04:01.088" v="139" actId="26606"/>
          <ac:spMkLst>
            <pc:docMk/>
            <pc:sldMk cId="3921884986" sldId="271"/>
            <ac:spMk id="3" creationId="{00519A51-4F62-EBEF-B2CC-73430815AFF3}"/>
          </ac:spMkLst>
        </pc:spChg>
        <pc:spChg chg="add mod">
          <ac:chgData name="Raju Adhikary" userId="5d6c8f2e09f21277" providerId="LiveId" clId="{80A66A87-5102-4D90-9A47-650D8951676F}" dt="2025-06-04T11:04:01.088" v="139" actId="26606"/>
          <ac:spMkLst>
            <pc:docMk/>
            <pc:sldMk cId="3921884986" sldId="271"/>
            <ac:spMk id="13" creationId="{8F23EE32-00D1-CD02-0D40-8FFE7C31253A}"/>
          </ac:spMkLst>
        </pc:spChg>
        <pc:spChg chg="del">
          <ac:chgData name="Raju Adhikary" userId="5d6c8f2e09f21277" providerId="LiveId" clId="{80A66A87-5102-4D90-9A47-650D8951676F}" dt="2025-06-04T11:04:01.088" v="139" actId="26606"/>
          <ac:spMkLst>
            <pc:docMk/>
            <pc:sldMk cId="3921884986" sldId="271"/>
            <ac:spMk id="35" creationId="{5FEF463D-EE6B-46FF-B7C7-74B09A96C8AB}"/>
          </ac:spMkLst>
        </pc:spChg>
        <pc:spChg chg="del">
          <ac:chgData name="Raju Adhikary" userId="5d6c8f2e09f21277" providerId="LiveId" clId="{80A66A87-5102-4D90-9A47-650D8951676F}" dt="2025-06-04T11:04:01.088" v="139" actId="26606"/>
          <ac:spMkLst>
            <pc:docMk/>
            <pc:sldMk cId="3921884986" sldId="271"/>
            <ac:spMk id="38" creationId="{30B5ED20-499B-41E7-95BE-8BBD3131456F}"/>
          </ac:spMkLst>
        </pc:spChg>
        <pc:spChg chg="del">
          <ac:chgData name="Raju Adhikary" userId="5d6c8f2e09f21277" providerId="LiveId" clId="{80A66A87-5102-4D90-9A47-650D8951676F}" dt="2025-06-04T11:04:01.088" v="139" actId="26606"/>
          <ac:spMkLst>
            <pc:docMk/>
            <pc:sldMk cId="3921884986" sldId="271"/>
            <ac:spMk id="39" creationId="{35A51D22-76EA-4C70-B5C9-ED3946924CB7}"/>
          </ac:spMkLst>
        </pc:spChg>
        <pc:spChg chg="add">
          <ac:chgData name="Raju Adhikary" userId="5d6c8f2e09f21277" providerId="LiveId" clId="{80A66A87-5102-4D90-9A47-650D8951676F}" dt="2025-06-04T11:04:01.088" v="139" actId="26606"/>
          <ac:spMkLst>
            <pc:docMk/>
            <pc:sldMk cId="3921884986" sldId="271"/>
            <ac:spMk id="44" creationId="{7FF47CB7-972F-479F-A36D-9E72D26EC8DA}"/>
          </ac:spMkLst>
        </pc:spChg>
        <pc:spChg chg="add">
          <ac:chgData name="Raju Adhikary" userId="5d6c8f2e09f21277" providerId="LiveId" clId="{80A66A87-5102-4D90-9A47-650D8951676F}" dt="2025-06-04T11:04:01.088" v="139" actId="26606"/>
          <ac:spMkLst>
            <pc:docMk/>
            <pc:sldMk cId="3921884986" sldId="271"/>
            <ac:spMk id="46" creationId="{0D153B68-5844-490D-8E67-F616D6D721CA}"/>
          </ac:spMkLst>
        </pc:spChg>
        <pc:spChg chg="add">
          <ac:chgData name="Raju Adhikary" userId="5d6c8f2e09f21277" providerId="LiveId" clId="{80A66A87-5102-4D90-9A47-650D8951676F}" dt="2025-06-04T11:04:01.088" v="139" actId="26606"/>
          <ac:spMkLst>
            <pc:docMk/>
            <pc:sldMk cId="3921884986" sldId="271"/>
            <ac:spMk id="48" creationId="{9A0D773F-7A7D-4DBB-9DEA-86BB8B8F4BC8}"/>
          </ac:spMkLst>
        </pc:spChg>
        <pc:picChg chg="add mod">
          <ac:chgData name="Raju Adhikary" userId="5d6c8f2e09f21277" providerId="LiveId" clId="{80A66A87-5102-4D90-9A47-650D8951676F}" dt="2025-06-04T10:49:41.050" v="104" actId="931"/>
          <ac:picMkLst>
            <pc:docMk/>
            <pc:sldMk cId="3921884986" sldId="271"/>
            <ac:picMk id="5" creationId="{9CF662E2-DDDF-19DB-E64D-FBD4FFB32206}"/>
          </ac:picMkLst>
        </pc:picChg>
        <pc:picChg chg="add mod">
          <ac:chgData name="Raju Adhikary" userId="5d6c8f2e09f21277" providerId="LiveId" clId="{80A66A87-5102-4D90-9A47-650D8951676F}" dt="2025-06-04T10:55:09.723" v="106" actId="931"/>
          <ac:picMkLst>
            <pc:docMk/>
            <pc:sldMk cId="3921884986" sldId="271"/>
            <ac:picMk id="7" creationId="{EB822FEB-EFE1-3DD8-6184-43292485562C}"/>
          </ac:picMkLst>
        </pc:picChg>
        <pc:picChg chg="add mod">
          <ac:chgData name="Raju Adhikary" userId="5d6c8f2e09f21277" providerId="LiveId" clId="{80A66A87-5102-4D90-9A47-650D8951676F}" dt="2025-06-04T10:55:05.553" v="105" actId="931"/>
          <ac:picMkLst>
            <pc:docMk/>
            <pc:sldMk cId="3921884986" sldId="271"/>
            <ac:picMk id="9" creationId="{AA804633-DE77-8488-F830-669E6B1BE893}"/>
          </ac:picMkLst>
        </pc:picChg>
        <pc:picChg chg="add mod">
          <ac:chgData name="Raju Adhikary" userId="5d6c8f2e09f21277" providerId="LiveId" clId="{80A66A87-5102-4D90-9A47-650D8951676F}" dt="2025-06-04T11:04:01.088" v="139" actId="26606"/>
          <ac:picMkLst>
            <pc:docMk/>
            <pc:sldMk cId="3921884986" sldId="271"/>
            <ac:picMk id="12" creationId="{12B5DBED-CEC1-1E4F-A964-AB27E2EFB14B}"/>
          </ac:picMkLst>
        </pc:picChg>
      </pc:sldChg>
      <pc:sldChg chg="modAnim">
        <pc:chgData name="Raju Adhikary" userId="5d6c8f2e09f21277" providerId="LiveId" clId="{80A66A87-5102-4D90-9A47-650D8951676F}" dt="2025-06-04T11:24:52.231" v="224"/>
        <pc:sldMkLst>
          <pc:docMk/>
          <pc:sldMk cId="3492067033" sldId="272"/>
        </pc:sldMkLst>
      </pc:sldChg>
      <pc:sldChg chg="addSp delSp modSp mod setBg addAnim delAnim setClrOvrMap">
        <pc:chgData name="Raju Adhikary" userId="5d6c8f2e09f21277" providerId="LiveId" clId="{80A66A87-5102-4D90-9A47-650D8951676F}" dt="2025-06-04T11:04:56.813" v="142" actId="26606"/>
        <pc:sldMkLst>
          <pc:docMk/>
          <pc:sldMk cId="460527189" sldId="274"/>
        </pc:sldMkLst>
        <pc:spChg chg="mod">
          <ac:chgData name="Raju Adhikary" userId="5d6c8f2e09f21277" providerId="LiveId" clId="{80A66A87-5102-4D90-9A47-650D8951676F}" dt="2025-06-04T11:04:56.813" v="142" actId="26606"/>
          <ac:spMkLst>
            <pc:docMk/>
            <pc:sldMk cId="460527189" sldId="274"/>
            <ac:spMk id="2" creationId="{F78BFF9A-60DF-4362-5B05-B2B75FD6D291}"/>
          </ac:spMkLst>
        </pc:spChg>
        <pc:spChg chg="mod">
          <ac:chgData name="Raju Adhikary" userId="5d6c8f2e09f21277" providerId="LiveId" clId="{80A66A87-5102-4D90-9A47-650D8951676F}" dt="2025-06-04T11:04:56.813" v="142" actId="26606"/>
          <ac:spMkLst>
            <pc:docMk/>
            <pc:sldMk cId="460527189" sldId="274"/>
            <ac:spMk id="3" creationId="{CD4F6E19-4CF1-5048-8F19-AFD5F05F7447}"/>
          </ac:spMkLst>
        </pc:spChg>
        <pc:spChg chg="add del">
          <ac:chgData name="Raju Adhikary" userId="5d6c8f2e09f21277" providerId="LiveId" clId="{80A66A87-5102-4D90-9A47-650D8951676F}" dt="2025-06-04T10:28:24.883" v="7" actId="26606"/>
          <ac:spMkLst>
            <pc:docMk/>
            <pc:sldMk cId="460527189" sldId="274"/>
            <ac:spMk id="9" creationId="{9B7AD9F6-8CE7-4299-8FC6-328F4DCD3FF9}"/>
          </ac:spMkLst>
        </pc:spChg>
        <pc:spChg chg="add del">
          <ac:chgData name="Raju Adhikary" userId="5d6c8f2e09f21277" providerId="LiveId" clId="{80A66A87-5102-4D90-9A47-650D8951676F}" dt="2025-06-04T10:28:25.744" v="9" actId="26606"/>
          <ac:spMkLst>
            <pc:docMk/>
            <pc:sldMk cId="460527189" sldId="274"/>
            <ac:spMk id="10" creationId="{A3363022-C969-41E9-8EB2-E4C94908C1FA}"/>
          </ac:spMkLst>
        </pc:spChg>
        <pc:spChg chg="add del">
          <ac:chgData name="Raju Adhikary" userId="5d6c8f2e09f21277" providerId="LiveId" clId="{80A66A87-5102-4D90-9A47-650D8951676F}" dt="2025-06-04T10:28:24.883" v="7" actId="26606"/>
          <ac:spMkLst>
            <pc:docMk/>
            <pc:sldMk cId="460527189" sldId="274"/>
            <ac:spMk id="11" creationId="{F49775AF-8896-43EE-92C6-83497D6DC56F}"/>
          </ac:spMkLst>
        </pc:spChg>
        <pc:spChg chg="add del">
          <ac:chgData name="Raju Adhikary" userId="5d6c8f2e09f21277" providerId="LiveId" clId="{80A66A87-5102-4D90-9A47-650D8951676F}" dt="2025-06-04T10:28:25.744" v="9" actId="26606"/>
          <ac:spMkLst>
            <pc:docMk/>
            <pc:sldMk cId="460527189" sldId="274"/>
            <ac:spMk id="12" creationId="{8D1AD6B3-BE88-4CEB-BA17-790657CC4729}"/>
          </ac:spMkLst>
        </pc:spChg>
        <pc:spChg chg="add del">
          <ac:chgData name="Raju Adhikary" userId="5d6c8f2e09f21277" providerId="LiveId" clId="{80A66A87-5102-4D90-9A47-650D8951676F}" dt="2025-06-04T10:28:27.435" v="11" actId="26606"/>
          <ac:spMkLst>
            <pc:docMk/>
            <pc:sldMk cId="460527189" sldId="274"/>
            <ac:spMk id="19" creationId="{65219498-D544-41AC-98FE-8F956EF66A62}"/>
          </ac:spMkLst>
        </pc:spChg>
        <pc:spChg chg="add del">
          <ac:chgData name="Raju Adhikary" userId="5d6c8f2e09f21277" providerId="LiveId" clId="{80A66A87-5102-4D90-9A47-650D8951676F}" dt="2025-06-04T10:28:27.435" v="11" actId="26606"/>
          <ac:spMkLst>
            <pc:docMk/>
            <pc:sldMk cId="460527189" sldId="274"/>
            <ac:spMk id="20" creationId="{F500DBFC-17A9-4E0A-AEE2-A49F9AEEF0FD}"/>
          </ac:spMkLst>
        </pc:spChg>
        <pc:spChg chg="add del">
          <ac:chgData name="Raju Adhikary" userId="5d6c8f2e09f21277" providerId="LiveId" clId="{80A66A87-5102-4D90-9A47-650D8951676F}" dt="2025-06-04T10:28:40.390" v="13" actId="26606"/>
          <ac:spMkLst>
            <pc:docMk/>
            <pc:sldMk cId="460527189" sldId="274"/>
            <ac:spMk id="27" creationId="{A3363022-C969-41E9-8EB2-E4C94908C1FA}"/>
          </ac:spMkLst>
        </pc:spChg>
        <pc:spChg chg="add del">
          <ac:chgData name="Raju Adhikary" userId="5d6c8f2e09f21277" providerId="LiveId" clId="{80A66A87-5102-4D90-9A47-650D8951676F}" dt="2025-06-04T10:28:40.390" v="13" actId="26606"/>
          <ac:spMkLst>
            <pc:docMk/>
            <pc:sldMk cId="460527189" sldId="274"/>
            <ac:spMk id="28" creationId="{8D1AD6B3-BE88-4CEB-BA17-790657CC4729}"/>
          </ac:spMkLst>
        </pc:spChg>
        <pc:spChg chg="add del">
          <ac:chgData name="Raju Adhikary" userId="5d6c8f2e09f21277" providerId="LiveId" clId="{80A66A87-5102-4D90-9A47-650D8951676F}" dt="2025-06-04T10:33:23.575" v="57" actId="26606"/>
          <ac:spMkLst>
            <pc:docMk/>
            <pc:sldMk cId="460527189" sldId="274"/>
            <ac:spMk id="33" creationId="{8870DEF6-46A2-D4F8-8BE6-91165D93ECC4}"/>
          </ac:spMkLst>
        </pc:spChg>
        <pc:spChg chg="add del">
          <ac:chgData name="Raju Adhikary" userId="5d6c8f2e09f21277" providerId="LiveId" clId="{80A66A87-5102-4D90-9A47-650D8951676F}" dt="2025-06-04T11:04:56.813" v="142" actId="26606"/>
          <ac:spMkLst>
            <pc:docMk/>
            <pc:sldMk cId="460527189" sldId="274"/>
            <ac:spMk id="39" creationId="{657F69E0-C4B0-4BEC-A689-4F8D877F05D4}"/>
          </ac:spMkLst>
        </pc:spChg>
        <pc:spChg chg="add del">
          <ac:chgData name="Raju Adhikary" userId="5d6c8f2e09f21277" providerId="LiveId" clId="{80A66A87-5102-4D90-9A47-650D8951676F}" dt="2025-06-04T11:04:56.813" v="142" actId="26606"/>
          <ac:spMkLst>
            <pc:docMk/>
            <pc:sldMk cId="460527189" sldId="274"/>
            <ac:spMk id="41" creationId="{9F6380B4-6A1C-481E-8408-B4E6C75B9B81}"/>
          </ac:spMkLst>
        </pc:spChg>
        <pc:spChg chg="add del">
          <ac:chgData name="Raju Adhikary" userId="5d6c8f2e09f21277" providerId="LiveId" clId="{80A66A87-5102-4D90-9A47-650D8951676F}" dt="2025-06-04T11:04:56.797" v="141" actId="26606"/>
          <ac:spMkLst>
            <pc:docMk/>
            <pc:sldMk cId="460527189" sldId="274"/>
            <ac:spMk id="46" creationId="{20D5D19D-0789-4518-B5DC-D47ADF69D25A}"/>
          </ac:spMkLst>
        </pc:spChg>
        <pc:spChg chg="add del">
          <ac:chgData name="Raju Adhikary" userId="5d6c8f2e09f21277" providerId="LiveId" clId="{80A66A87-5102-4D90-9A47-650D8951676F}" dt="2025-06-04T11:04:56.797" v="141" actId="26606"/>
          <ac:spMkLst>
            <pc:docMk/>
            <pc:sldMk cId="460527189" sldId="274"/>
            <ac:spMk id="53" creationId="{B81933D1-5615-42C7-9C0B-4EB7105CCE2D}"/>
          </ac:spMkLst>
        </pc:spChg>
        <pc:spChg chg="add del">
          <ac:chgData name="Raju Adhikary" userId="5d6c8f2e09f21277" providerId="LiveId" clId="{80A66A87-5102-4D90-9A47-650D8951676F}" dt="2025-06-04T11:04:56.797" v="141" actId="26606"/>
          <ac:spMkLst>
            <pc:docMk/>
            <pc:sldMk cId="460527189" sldId="274"/>
            <ac:spMk id="55" creationId="{19C9EAEA-39D0-4B0E-A0EB-51E7B26740B1}"/>
          </ac:spMkLst>
        </pc:spChg>
        <pc:spChg chg="add">
          <ac:chgData name="Raju Adhikary" userId="5d6c8f2e09f21277" providerId="LiveId" clId="{80A66A87-5102-4D90-9A47-650D8951676F}" dt="2025-06-04T11:04:56.813" v="142" actId="26606"/>
          <ac:spMkLst>
            <pc:docMk/>
            <pc:sldMk cId="460527189" sldId="274"/>
            <ac:spMk id="57" creationId="{71B2258F-86CA-4D4D-8270-BC05FCDEBFB3}"/>
          </ac:spMkLst>
        </pc:spChg>
        <pc:grpChg chg="add del">
          <ac:chgData name="Raju Adhikary" userId="5d6c8f2e09f21277" providerId="LiveId" clId="{80A66A87-5102-4D90-9A47-650D8951676F}" dt="2025-06-04T10:28:25.744" v="9" actId="26606"/>
          <ac:grpSpMkLst>
            <pc:docMk/>
            <pc:sldMk cId="460527189" sldId="274"/>
            <ac:grpSpMk id="14" creationId="{89D1390B-7E13-4B4F-9CB2-391063412E54}"/>
          </ac:grpSpMkLst>
        </pc:grpChg>
        <pc:grpChg chg="add del">
          <ac:chgData name="Raju Adhikary" userId="5d6c8f2e09f21277" providerId="LiveId" clId="{80A66A87-5102-4D90-9A47-650D8951676F}" dt="2025-06-04T10:28:27.435" v="11" actId="26606"/>
          <ac:grpSpMkLst>
            <pc:docMk/>
            <pc:sldMk cId="460527189" sldId="274"/>
            <ac:grpSpMk id="21" creationId="{D74613BB-817C-4C4F-8A24-4936F2F064C0}"/>
          </ac:grpSpMkLst>
        </pc:grpChg>
        <pc:grpChg chg="add del">
          <ac:chgData name="Raju Adhikary" userId="5d6c8f2e09f21277" providerId="LiveId" clId="{80A66A87-5102-4D90-9A47-650D8951676F}" dt="2025-06-04T10:28:40.390" v="13" actId="26606"/>
          <ac:grpSpMkLst>
            <pc:docMk/>
            <pc:sldMk cId="460527189" sldId="274"/>
            <ac:grpSpMk id="30" creationId="{89D1390B-7E13-4B4F-9CB2-391063412E54}"/>
          </ac:grpSpMkLst>
        </pc:grpChg>
        <pc:grpChg chg="add del">
          <ac:chgData name="Raju Adhikary" userId="5d6c8f2e09f21277" providerId="LiveId" clId="{80A66A87-5102-4D90-9A47-650D8951676F}" dt="2025-06-04T11:04:56.797" v="141" actId="26606"/>
          <ac:grpSpMkLst>
            <pc:docMk/>
            <pc:sldMk cId="460527189" sldId="274"/>
            <ac:grpSpMk id="48" creationId="{032D8612-31EB-44CF-A1D0-14FD4C705424}"/>
          </ac:grpSpMkLst>
        </pc:grpChg>
        <pc:picChg chg="add del">
          <ac:chgData name="Raju Adhikary" userId="5d6c8f2e09f21277" providerId="LiveId" clId="{80A66A87-5102-4D90-9A47-650D8951676F}" dt="2025-06-04T10:28:24.883" v="7" actId="26606"/>
          <ac:picMkLst>
            <pc:docMk/>
            <pc:sldMk cId="460527189" sldId="274"/>
            <ac:picMk id="5" creationId="{2E5C8CC4-0BAA-2481-7548-76C4354324F5}"/>
          </ac:picMkLst>
        </pc:picChg>
        <pc:picChg chg="add del">
          <ac:chgData name="Raju Adhikary" userId="5d6c8f2e09f21277" providerId="LiveId" clId="{80A66A87-5102-4D90-9A47-650D8951676F}" dt="2025-06-04T10:28:25.744" v="9" actId="26606"/>
          <ac:picMkLst>
            <pc:docMk/>
            <pc:sldMk cId="460527189" sldId="274"/>
            <ac:picMk id="7" creationId="{E497DD16-306E-5B5E-4AD2-8703CF11700D}"/>
          </ac:picMkLst>
        </pc:picChg>
        <pc:picChg chg="add del">
          <ac:chgData name="Raju Adhikary" userId="5d6c8f2e09f21277" providerId="LiveId" clId="{80A66A87-5102-4D90-9A47-650D8951676F}" dt="2025-06-04T10:28:27.435" v="11" actId="26606"/>
          <ac:picMkLst>
            <pc:docMk/>
            <pc:sldMk cId="460527189" sldId="274"/>
            <ac:picMk id="25" creationId="{7B58FEB9-153B-9B30-EB9E-3E4BCB2C90ED}"/>
          </ac:picMkLst>
        </pc:picChg>
        <pc:picChg chg="add del">
          <ac:chgData name="Raju Adhikary" userId="5d6c8f2e09f21277" providerId="LiveId" clId="{80A66A87-5102-4D90-9A47-650D8951676F}" dt="2025-06-04T10:28:40.390" v="13" actId="26606"/>
          <ac:picMkLst>
            <pc:docMk/>
            <pc:sldMk cId="460527189" sldId="274"/>
            <ac:picMk id="29" creationId="{E497DD16-306E-5B5E-4AD2-8703CF11700D}"/>
          </ac:picMkLst>
        </pc:picChg>
        <pc:picChg chg="add mod ord">
          <ac:chgData name="Raju Adhikary" userId="5d6c8f2e09f21277" providerId="LiveId" clId="{80A66A87-5102-4D90-9A47-650D8951676F}" dt="2025-06-04T11:04:56.813" v="142" actId="26606"/>
          <ac:picMkLst>
            <pc:docMk/>
            <pc:sldMk cId="460527189" sldId="274"/>
            <ac:picMk id="32" creationId="{BB857F4E-9D82-0DED-A174-7E5512E1822E}"/>
          </ac:picMkLst>
        </pc:picChg>
        <pc:cxnChg chg="add del">
          <ac:chgData name="Raju Adhikary" userId="5d6c8f2e09f21277" providerId="LiveId" clId="{80A66A87-5102-4D90-9A47-650D8951676F}" dt="2025-06-04T10:33:23.575" v="57" actId="26606"/>
          <ac:cxnSpMkLst>
            <pc:docMk/>
            <pc:sldMk cId="460527189" sldId="274"/>
            <ac:cxnSpMk id="34" creationId="{522632D6-DED9-FDEC-FD9F-09FF0A4544CC}"/>
          </ac:cxnSpMkLst>
        </pc:cxnChg>
      </pc:sldChg>
      <pc:sldChg chg="addSp delSp modSp mod">
        <pc:chgData name="Raju Adhikary" userId="5d6c8f2e09f21277" providerId="LiveId" clId="{80A66A87-5102-4D90-9A47-650D8951676F}" dt="2025-06-04T11:05:42.781" v="146" actId="26606"/>
        <pc:sldMkLst>
          <pc:docMk/>
          <pc:sldMk cId="1018589622" sldId="277"/>
        </pc:sldMkLst>
        <pc:spChg chg="mod">
          <ac:chgData name="Raju Adhikary" userId="5d6c8f2e09f21277" providerId="LiveId" clId="{80A66A87-5102-4D90-9A47-650D8951676F}" dt="2025-06-04T11:05:42.781" v="146" actId="26606"/>
          <ac:spMkLst>
            <pc:docMk/>
            <pc:sldMk cId="1018589622" sldId="277"/>
            <ac:spMk id="2" creationId="{00000000-0000-0000-0000-000000000000}"/>
          </ac:spMkLst>
        </pc:spChg>
        <pc:spChg chg="add del">
          <ac:chgData name="Raju Adhikary" userId="5d6c8f2e09f21277" providerId="LiveId" clId="{80A66A87-5102-4D90-9A47-650D8951676F}" dt="2025-06-04T11:05:33.404" v="145" actId="26606"/>
          <ac:spMkLst>
            <pc:docMk/>
            <pc:sldMk cId="1018589622" sldId="277"/>
            <ac:spMk id="12" creationId="{6C4028FD-8BAA-4A19-BFDE-594D991B7552}"/>
          </ac:spMkLst>
        </pc:spChg>
        <pc:spChg chg="add del">
          <ac:chgData name="Raju Adhikary" userId="5d6c8f2e09f21277" providerId="LiveId" clId="{80A66A87-5102-4D90-9A47-650D8951676F}" dt="2025-06-04T11:05:33.357" v="144" actId="26606"/>
          <ac:spMkLst>
            <pc:docMk/>
            <pc:sldMk cId="1018589622" sldId="277"/>
            <ac:spMk id="17" creationId="{35DB3719-6FDC-4E5D-891D-FF40B7300F64}"/>
          </ac:spMkLst>
        </pc:spChg>
        <pc:spChg chg="add del">
          <ac:chgData name="Raju Adhikary" userId="5d6c8f2e09f21277" providerId="LiveId" clId="{80A66A87-5102-4D90-9A47-650D8951676F}" dt="2025-06-04T11:05:33.357" v="144" actId="26606"/>
          <ac:spMkLst>
            <pc:docMk/>
            <pc:sldMk cId="1018589622" sldId="277"/>
            <ac:spMk id="19" creationId="{E0CBAC23-2E3F-4A90-BA59-F8299F6A5439}"/>
          </ac:spMkLst>
        </pc:spChg>
        <pc:spChg chg="add del">
          <ac:chgData name="Raju Adhikary" userId="5d6c8f2e09f21277" providerId="LiveId" clId="{80A66A87-5102-4D90-9A47-650D8951676F}" dt="2025-06-04T11:05:42.781" v="146" actId="26606"/>
          <ac:spMkLst>
            <pc:docMk/>
            <pc:sldMk cId="1018589622" sldId="277"/>
            <ac:spMk id="21" creationId="{2659FDB4-FCBE-4A89-B46D-43D4FA54464D}"/>
          </ac:spMkLst>
        </pc:spChg>
        <pc:spChg chg="add">
          <ac:chgData name="Raju Adhikary" userId="5d6c8f2e09f21277" providerId="LiveId" clId="{80A66A87-5102-4D90-9A47-650D8951676F}" dt="2025-06-04T11:05:42.781" v="146" actId="26606"/>
          <ac:spMkLst>
            <pc:docMk/>
            <pc:sldMk cId="1018589622" sldId="277"/>
            <ac:spMk id="27" creationId="{56E9B3E6-E277-4D68-BA48-9CB43FFBD6E2}"/>
          </ac:spMkLst>
        </pc:spChg>
        <pc:spChg chg="add">
          <ac:chgData name="Raju Adhikary" userId="5d6c8f2e09f21277" providerId="LiveId" clId="{80A66A87-5102-4D90-9A47-650D8951676F}" dt="2025-06-04T11:05:42.781" v="146" actId="26606"/>
          <ac:spMkLst>
            <pc:docMk/>
            <pc:sldMk cId="1018589622" sldId="277"/>
            <ac:spMk id="34" creationId="{D5B0017B-2ECA-49AF-B397-DC140825DF8D}"/>
          </ac:spMkLst>
        </pc:spChg>
        <pc:grpChg chg="add">
          <ac:chgData name="Raju Adhikary" userId="5d6c8f2e09f21277" providerId="LiveId" clId="{80A66A87-5102-4D90-9A47-650D8951676F}" dt="2025-06-04T11:05:42.781" v="146" actId="26606"/>
          <ac:grpSpMkLst>
            <pc:docMk/>
            <pc:sldMk cId="1018589622" sldId="277"/>
            <ac:grpSpMk id="29" creationId="{AE1C45F0-260A-458C-96ED-C1F6D2151219}"/>
          </ac:grpSpMkLst>
        </pc:grpChg>
        <pc:graphicFrameChg chg="mod modGraphic">
          <ac:chgData name="Raju Adhikary" userId="5d6c8f2e09f21277" providerId="LiveId" clId="{80A66A87-5102-4D90-9A47-650D8951676F}" dt="2025-06-04T11:05:42.781" v="146" actId="26606"/>
          <ac:graphicFrameMkLst>
            <pc:docMk/>
            <pc:sldMk cId="1018589622" sldId="277"/>
            <ac:graphicFrameMk id="5" creationId="{A1840A1E-4903-18FE-DC07-DA30EE16F4B8}"/>
          </ac:graphicFrameMkLst>
        </pc:graphicFrameChg>
        <pc:cxnChg chg="add del">
          <ac:chgData name="Raju Adhikary" userId="5d6c8f2e09f21277" providerId="LiveId" clId="{80A66A87-5102-4D90-9A47-650D8951676F}" dt="2025-06-04T11:05:42.781" v="146" actId="26606"/>
          <ac:cxnSpMkLst>
            <pc:docMk/>
            <pc:sldMk cId="1018589622" sldId="277"/>
            <ac:cxnSpMk id="22" creationId="{C8F51B3F-8331-4E4A-AE96-D47B1006EEAD}"/>
          </ac:cxnSpMkLst>
        </pc:cxnChg>
        <pc:cxnChg chg="add">
          <ac:chgData name="Raju Adhikary" userId="5d6c8f2e09f21277" providerId="LiveId" clId="{80A66A87-5102-4D90-9A47-650D8951676F}" dt="2025-06-04T11:05:42.781" v="146" actId="26606"/>
          <ac:cxnSpMkLst>
            <pc:docMk/>
            <pc:sldMk cId="1018589622" sldId="277"/>
            <ac:cxnSpMk id="36" creationId="{6CF1BAF6-AD41-4082-B212-8A1F9A2E8779}"/>
          </ac:cxnSpMkLst>
        </pc:cxnChg>
      </pc:sldChg>
      <pc:sldChg chg="addSp delSp modSp mod modTransition">
        <pc:chgData name="Raju Adhikary" userId="5d6c8f2e09f21277" providerId="LiveId" clId="{80A66A87-5102-4D90-9A47-650D8951676F}" dt="2025-06-04T11:11:41.670" v="197"/>
        <pc:sldMkLst>
          <pc:docMk/>
          <pc:sldMk cId="367622927" sldId="279"/>
        </pc:sldMkLst>
        <pc:spChg chg="add del mod">
          <ac:chgData name="Raju Adhikary" userId="5d6c8f2e09f21277" providerId="LiveId" clId="{80A66A87-5102-4D90-9A47-650D8951676F}" dt="2025-06-04T11:11:38.326" v="191" actId="6549"/>
          <ac:spMkLst>
            <pc:docMk/>
            <pc:sldMk cId="367622927" sldId="279"/>
            <ac:spMk id="2" creationId="{00000000-0000-0000-0000-000000000000}"/>
          </ac:spMkLst>
        </pc:spChg>
        <pc:spChg chg="add mod">
          <ac:chgData name="Raju Adhikary" userId="5d6c8f2e09f21277" providerId="LiveId" clId="{80A66A87-5102-4D90-9A47-650D8951676F}" dt="2025-06-04T11:11:41.670" v="197"/>
          <ac:spMkLst>
            <pc:docMk/>
            <pc:sldMk cId="367622927" sldId="279"/>
            <ac:spMk id="6" creationId="{A1D0FCF8-9775-C871-F8F6-C91AF08EDDCD}"/>
          </ac:spMkLst>
        </pc:spChg>
        <pc:spChg chg="add del mod">
          <ac:chgData name="Raju Adhikary" userId="5d6c8f2e09f21277" providerId="LiveId" clId="{80A66A87-5102-4D90-9A47-650D8951676F}" dt="2025-06-04T11:10:37.449" v="168" actId="478"/>
          <ac:spMkLst>
            <pc:docMk/>
            <pc:sldMk cId="367622927" sldId="279"/>
            <ac:spMk id="8" creationId="{7B00FF51-9E41-994F-1EF2-2DE51ACD255E}"/>
          </ac:spMkLst>
        </pc:spChg>
      </pc:sldChg>
      <pc:sldChg chg="modSp mod">
        <pc:chgData name="Raju Adhikary" userId="5d6c8f2e09f21277" providerId="LiveId" clId="{80A66A87-5102-4D90-9A47-650D8951676F}" dt="2025-06-04T10:27:13.661" v="0" actId="14100"/>
        <pc:sldMkLst>
          <pc:docMk/>
          <pc:sldMk cId="2996478814" sldId="281"/>
        </pc:sldMkLst>
        <pc:picChg chg="mod">
          <ac:chgData name="Raju Adhikary" userId="5d6c8f2e09f21277" providerId="LiveId" clId="{80A66A87-5102-4D90-9A47-650D8951676F}" dt="2025-06-04T10:27:13.661" v="0" actId="14100"/>
          <ac:picMkLst>
            <pc:docMk/>
            <pc:sldMk cId="2996478814" sldId="281"/>
            <ac:picMk id="4" creationId="{00000000-0000-0000-0000-000000000000}"/>
          </ac:picMkLst>
        </pc:picChg>
      </pc:sldChg>
      <pc:sldChg chg="addSp delSp modSp add mod setBg">
        <pc:chgData name="Raju Adhikary" userId="5d6c8f2e09f21277" providerId="LiveId" clId="{80A66A87-5102-4D90-9A47-650D8951676F}" dt="2025-06-04T11:07:21.350" v="149" actId="27636"/>
        <pc:sldMkLst>
          <pc:docMk/>
          <pc:sldMk cId="636169645" sldId="283"/>
        </pc:sldMkLst>
        <pc:spChg chg="mod">
          <ac:chgData name="Raju Adhikary" userId="5d6c8f2e09f21277" providerId="LiveId" clId="{80A66A87-5102-4D90-9A47-650D8951676F}" dt="2025-06-04T10:31:06.461" v="48" actId="26606"/>
          <ac:spMkLst>
            <pc:docMk/>
            <pc:sldMk cId="636169645" sldId="283"/>
            <ac:spMk id="2" creationId="{4973D1A2-C7A3-0255-9F51-8E7E2EE5B11B}"/>
          </ac:spMkLst>
        </pc:spChg>
        <pc:spChg chg="mod">
          <ac:chgData name="Raju Adhikary" userId="5d6c8f2e09f21277" providerId="LiveId" clId="{80A66A87-5102-4D90-9A47-650D8951676F}" dt="2025-06-04T11:07:21.350" v="149" actId="27636"/>
          <ac:spMkLst>
            <pc:docMk/>
            <pc:sldMk cId="636169645" sldId="283"/>
            <ac:spMk id="3" creationId="{4ED3D3F3-96D2-0591-CE15-9873367184CA}"/>
          </ac:spMkLst>
        </pc:spChg>
        <pc:spChg chg="add del">
          <ac:chgData name="Raju Adhikary" userId="5d6c8f2e09f21277" providerId="LiveId" clId="{80A66A87-5102-4D90-9A47-650D8951676F}" dt="2025-06-04T10:31:06.461" v="48" actId="26606"/>
          <ac:spMkLst>
            <pc:docMk/>
            <pc:sldMk cId="636169645" sldId="283"/>
            <ac:spMk id="5" creationId="{3AD318CC-E2A8-4E27-9548-A047A78999B1}"/>
          </ac:spMkLst>
        </pc:spChg>
        <pc:spChg chg="add del">
          <ac:chgData name="Raju Adhikary" userId="5d6c8f2e09f21277" providerId="LiveId" clId="{80A66A87-5102-4D90-9A47-650D8951676F}" dt="2025-06-04T10:29:16.319" v="20" actId="26606"/>
          <ac:spMkLst>
            <pc:docMk/>
            <pc:sldMk cId="636169645" sldId="283"/>
            <ac:spMk id="8" creationId="{081EA652-8C6A-4E69-BEB9-170809474553}"/>
          </ac:spMkLst>
        </pc:spChg>
        <pc:spChg chg="add del">
          <ac:chgData name="Raju Adhikary" userId="5d6c8f2e09f21277" providerId="LiveId" clId="{80A66A87-5102-4D90-9A47-650D8951676F}" dt="2025-06-04T10:29:16.319" v="20" actId="26606"/>
          <ac:spMkLst>
            <pc:docMk/>
            <pc:sldMk cId="636169645" sldId="283"/>
            <ac:spMk id="10" creationId="{5298780A-33B9-4EA2-8F67-DE68AD62841B}"/>
          </ac:spMkLst>
        </pc:spChg>
        <pc:spChg chg="add del">
          <ac:chgData name="Raju Adhikary" userId="5d6c8f2e09f21277" providerId="LiveId" clId="{80A66A87-5102-4D90-9A47-650D8951676F}" dt="2025-06-04T10:29:16.319" v="20" actId="26606"/>
          <ac:spMkLst>
            <pc:docMk/>
            <pc:sldMk cId="636169645" sldId="283"/>
            <ac:spMk id="12" creationId="{7F488E8B-4E1E-4402-8935-D4E6C02615C7}"/>
          </ac:spMkLst>
        </pc:spChg>
        <pc:spChg chg="add del">
          <ac:chgData name="Raju Adhikary" userId="5d6c8f2e09f21277" providerId="LiveId" clId="{80A66A87-5102-4D90-9A47-650D8951676F}" dt="2025-06-04T10:31:06.461" v="48" actId="26606"/>
          <ac:spMkLst>
            <pc:docMk/>
            <pc:sldMk cId="636169645" sldId="283"/>
            <ac:spMk id="14" creationId="{2C1BBA94-3F40-40AA-8BB9-E69E25E537C1}"/>
          </ac:spMkLst>
        </pc:spChg>
        <pc:spChg chg="add">
          <ac:chgData name="Raju Adhikary" userId="5d6c8f2e09f21277" providerId="LiveId" clId="{80A66A87-5102-4D90-9A47-650D8951676F}" dt="2025-06-04T10:31:06.461" v="48" actId="26606"/>
          <ac:spMkLst>
            <pc:docMk/>
            <pc:sldMk cId="636169645" sldId="283"/>
            <ac:spMk id="16" creationId="{B6CDA21F-E7AF-4C75-8395-33F58D5B0E45}"/>
          </ac:spMkLst>
        </pc:spChg>
        <pc:spChg chg="add del">
          <ac:chgData name="Raju Adhikary" userId="5d6c8f2e09f21277" providerId="LiveId" clId="{80A66A87-5102-4D90-9A47-650D8951676F}" dt="2025-06-04T10:29:19.069" v="22" actId="26606"/>
          <ac:spMkLst>
            <pc:docMk/>
            <pc:sldMk cId="636169645" sldId="283"/>
            <ac:spMk id="17" creationId="{18873D23-2DCF-4B31-A009-95721C06E8E1}"/>
          </ac:spMkLst>
        </pc:spChg>
        <pc:spChg chg="add del">
          <ac:chgData name="Raju Adhikary" userId="5d6c8f2e09f21277" providerId="LiveId" clId="{80A66A87-5102-4D90-9A47-650D8951676F}" dt="2025-06-04T10:29:19.069" v="22" actId="26606"/>
          <ac:spMkLst>
            <pc:docMk/>
            <pc:sldMk cId="636169645" sldId="283"/>
            <ac:spMk id="18" creationId="{C13EF075-D4EF-4929-ADBC-91B27DA19955}"/>
          </ac:spMkLst>
        </pc:spChg>
        <pc:spChg chg="add">
          <ac:chgData name="Raju Adhikary" userId="5d6c8f2e09f21277" providerId="LiveId" clId="{80A66A87-5102-4D90-9A47-650D8951676F}" dt="2025-06-04T10:31:06.461" v="48" actId="26606"/>
          <ac:spMkLst>
            <pc:docMk/>
            <pc:sldMk cId="636169645" sldId="283"/>
            <ac:spMk id="26" creationId="{D5B0017B-2ECA-49AF-B397-DC140825DF8D}"/>
          </ac:spMkLst>
        </pc:spChg>
        <pc:grpChg chg="add del">
          <ac:chgData name="Raju Adhikary" userId="5d6c8f2e09f21277" providerId="LiveId" clId="{80A66A87-5102-4D90-9A47-650D8951676F}" dt="2025-06-04T10:31:06.461" v="48" actId="26606"/>
          <ac:grpSpMkLst>
            <pc:docMk/>
            <pc:sldMk cId="636169645" sldId="283"/>
            <ac:grpSpMk id="6" creationId="{B14B560F-9DD7-4302-A60B-EBD3EF59B073}"/>
          </ac:grpSpMkLst>
        </pc:grpChg>
        <pc:grpChg chg="add del">
          <ac:chgData name="Raju Adhikary" userId="5d6c8f2e09f21277" providerId="LiveId" clId="{80A66A87-5102-4D90-9A47-650D8951676F}" dt="2025-06-04T10:29:19.069" v="22" actId="26606"/>
          <ac:grpSpMkLst>
            <pc:docMk/>
            <pc:sldMk cId="636169645" sldId="283"/>
            <ac:grpSpMk id="19" creationId="{DAA26DFA-AAB2-4973-9C17-16D587C7B198}"/>
          </ac:grpSpMkLst>
        </pc:grpChg>
        <pc:grpChg chg="add">
          <ac:chgData name="Raju Adhikary" userId="5d6c8f2e09f21277" providerId="LiveId" clId="{80A66A87-5102-4D90-9A47-650D8951676F}" dt="2025-06-04T10:31:06.461" v="48" actId="26606"/>
          <ac:grpSpMkLst>
            <pc:docMk/>
            <pc:sldMk cId="636169645" sldId="283"/>
            <ac:grpSpMk id="21" creationId="{AE1C45F0-260A-458C-96ED-C1F6D2151219}"/>
          </ac:grpSpMkLst>
        </pc:grpChg>
        <pc:cxnChg chg="add">
          <ac:chgData name="Raju Adhikary" userId="5d6c8f2e09f21277" providerId="LiveId" clId="{80A66A87-5102-4D90-9A47-650D8951676F}" dt="2025-06-04T10:31:06.461" v="48" actId="26606"/>
          <ac:cxnSpMkLst>
            <pc:docMk/>
            <pc:sldMk cId="636169645" sldId="283"/>
            <ac:cxnSpMk id="28" creationId="{6CF1BAF6-AD41-4082-B212-8A1F9A2E8779}"/>
          </ac:cxnSpMkLst>
        </pc:cxnChg>
      </pc:sldChg>
      <pc:sldChg chg="new del">
        <pc:chgData name="Raju Adhikary" userId="5d6c8f2e09f21277" providerId="LiveId" clId="{80A66A87-5102-4D90-9A47-650D8951676F}" dt="2025-06-04T10:27:49.066" v="2" actId="680"/>
        <pc:sldMkLst>
          <pc:docMk/>
          <pc:sldMk cId="1558425685" sldId="283"/>
        </pc:sldMkLst>
      </pc:sldChg>
      <pc:sldChg chg="addSp delSp modSp add mod setBg">
        <pc:chgData name="Raju Adhikary" userId="5d6c8f2e09f21277" providerId="LiveId" clId="{80A66A87-5102-4D90-9A47-650D8951676F}" dt="2025-06-04T11:51:49.831" v="235" actId="14100"/>
        <pc:sldMkLst>
          <pc:docMk/>
          <pc:sldMk cId="4133996337" sldId="284"/>
        </pc:sldMkLst>
        <pc:spChg chg="add mod">
          <ac:chgData name="Raju Adhikary" userId="5d6c8f2e09f21277" providerId="LiveId" clId="{80A66A87-5102-4D90-9A47-650D8951676F}" dt="2025-06-04T11:51:49.831" v="235" actId="14100"/>
          <ac:spMkLst>
            <pc:docMk/>
            <pc:sldMk cId="4133996337" sldId="284"/>
            <ac:spMk id="4" creationId="{FA99DAD5-9D63-AB10-8E87-70EB01297273}"/>
          </ac:spMkLst>
        </pc:spChg>
        <pc:spChg chg="add del mod">
          <ac:chgData name="Raju Adhikary" userId="5d6c8f2e09f21277" providerId="LiveId" clId="{80A66A87-5102-4D90-9A47-650D8951676F}" dt="2025-06-04T11:51:29.927" v="230" actId="931"/>
          <ac:spMkLst>
            <pc:docMk/>
            <pc:sldMk cId="4133996337" sldId="284"/>
            <ac:spMk id="5" creationId="{727228CC-4118-C5D6-A945-B84FD0D99739}"/>
          </ac:spMkLst>
        </pc:spChg>
        <pc:spChg chg="mod ord">
          <ac:chgData name="Raju Adhikary" userId="5d6c8f2e09f21277" providerId="LiveId" clId="{80A66A87-5102-4D90-9A47-650D8951676F}" dt="2025-06-04T10:35:41.301" v="67" actId="26606"/>
          <ac:spMkLst>
            <pc:docMk/>
            <pc:sldMk cId="4133996337" sldId="284"/>
            <ac:spMk id="10" creationId="{0BFF3E10-CC34-1900-DB5E-B6E9DE5082E9}"/>
          </ac:spMkLst>
        </pc:spChg>
        <pc:spChg chg="add del">
          <ac:chgData name="Raju Adhikary" userId="5d6c8f2e09f21277" providerId="LiveId" clId="{80A66A87-5102-4D90-9A47-650D8951676F}" dt="2025-06-04T10:31:40.875" v="51" actId="26606"/>
          <ac:spMkLst>
            <pc:docMk/>
            <pc:sldMk cId="4133996337" sldId="284"/>
            <ac:spMk id="14" creationId="{A9EFD96B-810F-5CCE-69D6-99A92121D972}"/>
          </ac:spMkLst>
        </pc:spChg>
        <pc:spChg chg="add del">
          <ac:chgData name="Raju Adhikary" userId="5d6c8f2e09f21277" providerId="LiveId" clId="{80A66A87-5102-4D90-9A47-650D8951676F}" dt="2025-06-04T10:31:40.875" v="51" actId="26606"/>
          <ac:spMkLst>
            <pc:docMk/>
            <pc:sldMk cId="4133996337" sldId="284"/>
            <ac:spMk id="17" creationId="{9D25F302-27C5-414F-97F8-6EA0A6C028BA}"/>
          </ac:spMkLst>
        </pc:spChg>
        <pc:spChg chg="add del">
          <ac:chgData name="Raju Adhikary" userId="5d6c8f2e09f21277" providerId="LiveId" clId="{80A66A87-5102-4D90-9A47-650D8951676F}" dt="2025-06-04T10:31:40.875" v="51" actId="26606"/>
          <ac:spMkLst>
            <pc:docMk/>
            <pc:sldMk cId="4133996337" sldId="284"/>
            <ac:spMk id="19" creationId="{830A36F8-48C2-4842-A87B-8CE8DF4E7FD2}"/>
          </ac:spMkLst>
        </pc:spChg>
        <pc:spChg chg="add del">
          <ac:chgData name="Raju Adhikary" userId="5d6c8f2e09f21277" providerId="LiveId" clId="{80A66A87-5102-4D90-9A47-650D8951676F}" dt="2025-06-04T10:31:40.875" v="51" actId="26606"/>
          <ac:spMkLst>
            <pc:docMk/>
            <pc:sldMk cId="4133996337" sldId="284"/>
            <ac:spMk id="21" creationId="{8F451A30-466B-4996-9BA5-CD6ABCC6D558}"/>
          </ac:spMkLst>
        </pc:spChg>
        <pc:spChg chg="add del">
          <ac:chgData name="Raju Adhikary" userId="5d6c8f2e09f21277" providerId="LiveId" clId="{80A66A87-5102-4D90-9A47-650D8951676F}" dt="2025-06-04T10:31:44.953" v="53" actId="26606"/>
          <ac:spMkLst>
            <pc:docMk/>
            <pc:sldMk cId="4133996337" sldId="284"/>
            <ac:spMk id="24" creationId="{4C4810E1-1FBA-83AD-8B53-E705EE2B7B15}"/>
          </ac:spMkLst>
        </pc:spChg>
        <pc:spChg chg="add del">
          <ac:chgData name="Raju Adhikary" userId="5d6c8f2e09f21277" providerId="LiveId" clId="{80A66A87-5102-4D90-9A47-650D8951676F}" dt="2025-06-04T10:31:44.953" v="53" actId="26606"/>
          <ac:spMkLst>
            <pc:docMk/>
            <pc:sldMk cId="4133996337" sldId="284"/>
            <ac:spMk id="25" creationId="{DF8BC164-E230-753F-2C7E-B4EE7BA77CF1}"/>
          </ac:spMkLst>
        </pc:spChg>
        <pc:spChg chg="add del">
          <ac:chgData name="Raju Adhikary" userId="5d6c8f2e09f21277" providerId="LiveId" clId="{80A66A87-5102-4D90-9A47-650D8951676F}" dt="2025-06-04T10:35:41.301" v="67" actId="26606"/>
          <ac:spMkLst>
            <pc:docMk/>
            <pc:sldMk cId="4133996337" sldId="284"/>
            <ac:spMk id="27" creationId="{9D25F302-27C5-414F-97F8-6EA0A6C028BA}"/>
          </ac:spMkLst>
        </pc:spChg>
        <pc:spChg chg="add del">
          <ac:chgData name="Raju Adhikary" userId="5d6c8f2e09f21277" providerId="LiveId" clId="{80A66A87-5102-4D90-9A47-650D8951676F}" dt="2025-06-04T10:35:41.301" v="67" actId="26606"/>
          <ac:spMkLst>
            <pc:docMk/>
            <pc:sldMk cId="4133996337" sldId="284"/>
            <ac:spMk id="28" creationId="{830A36F8-48C2-4842-A87B-8CE8DF4E7FD2}"/>
          </ac:spMkLst>
        </pc:spChg>
        <pc:spChg chg="add del">
          <ac:chgData name="Raju Adhikary" userId="5d6c8f2e09f21277" providerId="LiveId" clId="{80A66A87-5102-4D90-9A47-650D8951676F}" dt="2025-06-04T10:35:41.301" v="67" actId="26606"/>
          <ac:spMkLst>
            <pc:docMk/>
            <pc:sldMk cId="4133996337" sldId="284"/>
            <ac:spMk id="29" creationId="{8F451A30-466B-4996-9BA5-CD6ABCC6D558}"/>
          </ac:spMkLst>
        </pc:spChg>
        <pc:spChg chg="add del">
          <ac:chgData name="Raju Adhikary" userId="5d6c8f2e09f21277" providerId="LiveId" clId="{80A66A87-5102-4D90-9A47-650D8951676F}" dt="2025-06-04T10:34:58.954" v="62" actId="1032"/>
          <ac:spMkLst>
            <pc:docMk/>
            <pc:sldMk cId="4133996337" sldId="284"/>
            <ac:spMk id="30" creationId="{A9EFD96B-810F-5CCE-69D6-99A92121D972}"/>
          </ac:spMkLst>
        </pc:spChg>
        <pc:spChg chg="add del">
          <ac:chgData name="Raju Adhikary" userId="5d6c8f2e09f21277" providerId="LiveId" clId="{80A66A87-5102-4D90-9A47-650D8951676F}" dt="2025-06-04T10:36:25.663" v="69" actId="26606"/>
          <ac:spMkLst>
            <pc:docMk/>
            <pc:sldMk cId="4133996337" sldId="284"/>
            <ac:spMk id="31" creationId="{9D25F302-27C5-414F-97F8-6EA0A6C028BA}"/>
          </ac:spMkLst>
        </pc:spChg>
        <pc:spChg chg="add del">
          <ac:chgData name="Raju Adhikary" userId="5d6c8f2e09f21277" providerId="LiveId" clId="{80A66A87-5102-4D90-9A47-650D8951676F}" dt="2025-06-04T10:36:25.663" v="69" actId="26606"/>
          <ac:spMkLst>
            <pc:docMk/>
            <pc:sldMk cId="4133996337" sldId="284"/>
            <ac:spMk id="32" creationId="{830A36F8-48C2-4842-A87B-8CE8DF4E7FD2}"/>
          </ac:spMkLst>
        </pc:spChg>
        <pc:spChg chg="add del">
          <ac:chgData name="Raju Adhikary" userId="5d6c8f2e09f21277" providerId="LiveId" clId="{80A66A87-5102-4D90-9A47-650D8951676F}" dt="2025-06-04T10:36:25.663" v="69" actId="26606"/>
          <ac:spMkLst>
            <pc:docMk/>
            <pc:sldMk cId="4133996337" sldId="284"/>
            <ac:spMk id="33" creationId="{7F488E8B-4E1E-4402-8935-D4E6C02615C7}"/>
          </ac:spMkLst>
        </pc:spChg>
        <pc:spChg chg="add del">
          <ac:chgData name="Raju Adhikary" userId="5d6c8f2e09f21277" providerId="LiveId" clId="{80A66A87-5102-4D90-9A47-650D8951676F}" dt="2025-06-04T10:35:38.645" v="66" actId="26606"/>
          <ac:spMkLst>
            <pc:docMk/>
            <pc:sldMk cId="4133996337" sldId="284"/>
            <ac:spMk id="34" creationId="{9D25F302-27C5-414F-97F8-6EA0A6C028BA}"/>
          </ac:spMkLst>
        </pc:spChg>
        <pc:spChg chg="add">
          <ac:chgData name="Raju Adhikary" userId="5d6c8f2e09f21277" providerId="LiveId" clId="{80A66A87-5102-4D90-9A47-650D8951676F}" dt="2025-06-04T10:36:25.663" v="69" actId="26606"/>
          <ac:spMkLst>
            <pc:docMk/>
            <pc:sldMk cId="4133996337" sldId="284"/>
            <ac:spMk id="35" creationId="{9D25F302-27C5-414F-97F8-6EA0A6C028BA}"/>
          </ac:spMkLst>
        </pc:spChg>
        <pc:spChg chg="add del">
          <ac:chgData name="Raju Adhikary" userId="5d6c8f2e09f21277" providerId="LiveId" clId="{80A66A87-5102-4D90-9A47-650D8951676F}" dt="2025-06-04T10:35:38.645" v="66" actId="26606"/>
          <ac:spMkLst>
            <pc:docMk/>
            <pc:sldMk cId="4133996337" sldId="284"/>
            <ac:spMk id="36" creationId="{830A36F8-48C2-4842-A87B-8CE8DF4E7FD2}"/>
          </ac:spMkLst>
        </pc:spChg>
        <pc:spChg chg="add del">
          <ac:chgData name="Raju Adhikary" userId="5d6c8f2e09f21277" providerId="LiveId" clId="{80A66A87-5102-4D90-9A47-650D8951676F}" dt="2025-06-04T10:35:38.645" v="66" actId="26606"/>
          <ac:spMkLst>
            <pc:docMk/>
            <pc:sldMk cId="4133996337" sldId="284"/>
            <ac:spMk id="38" creationId="{7F488E8B-4E1E-4402-8935-D4E6C02615C7}"/>
          </ac:spMkLst>
        </pc:spChg>
        <pc:spChg chg="add">
          <ac:chgData name="Raju Adhikary" userId="5d6c8f2e09f21277" providerId="LiveId" clId="{80A66A87-5102-4D90-9A47-650D8951676F}" dt="2025-06-04T10:36:25.663" v="69" actId="26606"/>
          <ac:spMkLst>
            <pc:docMk/>
            <pc:sldMk cId="4133996337" sldId="284"/>
            <ac:spMk id="40" creationId="{830A36F8-48C2-4842-A87B-8CE8DF4E7FD2}"/>
          </ac:spMkLst>
        </pc:spChg>
        <pc:spChg chg="add">
          <ac:chgData name="Raju Adhikary" userId="5d6c8f2e09f21277" providerId="LiveId" clId="{80A66A87-5102-4D90-9A47-650D8951676F}" dt="2025-06-04T10:36:25.663" v="69" actId="26606"/>
          <ac:spMkLst>
            <pc:docMk/>
            <pc:sldMk cId="4133996337" sldId="284"/>
            <ac:spMk id="42" creationId="{7F488E8B-4E1E-4402-8935-D4E6C02615C7}"/>
          </ac:spMkLst>
        </pc:spChg>
        <pc:graphicFrameChg chg="add del mod modGraphic">
          <ac:chgData name="Raju Adhikary" userId="5d6c8f2e09f21277" providerId="LiveId" clId="{80A66A87-5102-4D90-9A47-650D8951676F}" dt="2025-06-04T10:36:21.522" v="68" actId="478"/>
          <ac:graphicFrameMkLst>
            <pc:docMk/>
            <pc:sldMk cId="4133996337" sldId="284"/>
            <ac:graphicFrameMk id="3" creationId="{A1C10CDC-CEA2-27CD-15FF-9866E68201A3}"/>
          </ac:graphicFrameMkLst>
        </pc:graphicFrameChg>
        <pc:picChg chg="add del mod ord">
          <ac:chgData name="Raju Adhikary" userId="5d6c8f2e09f21277" providerId="LiveId" clId="{80A66A87-5102-4D90-9A47-650D8951676F}" dt="2025-06-04T10:33:39.511" v="61" actId="34307"/>
          <ac:picMkLst>
            <pc:docMk/>
            <pc:sldMk cId="4133996337" sldId="284"/>
            <ac:picMk id="2" creationId="{5BD6CDF7-9C63-B5E6-C62F-F94D607A620F}"/>
          </ac:picMkLst>
        </pc:picChg>
        <pc:picChg chg="add mod">
          <ac:chgData name="Raju Adhikary" userId="5d6c8f2e09f21277" providerId="LiveId" clId="{80A66A87-5102-4D90-9A47-650D8951676F}" dt="2025-06-04T11:51:49.831" v="235" actId="14100"/>
          <ac:picMkLst>
            <pc:docMk/>
            <pc:sldMk cId="4133996337" sldId="284"/>
            <ac:picMk id="3" creationId="{7ACFD610-0BE8-5D8F-933D-3A105453CFB9}"/>
          </ac:picMkLst>
        </pc:picChg>
        <pc:picChg chg="mod ord modCrop">
          <ac:chgData name="Raju Adhikary" userId="5d6c8f2e09f21277" providerId="LiveId" clId="{80A66A87-5102-4D90-9A47-650D8951676F}" dt="2025-06-04T11:36:13.712" v="229" actId="1076"/>
          <ac:picMkLst>
            <pc:docMk/>
            <pc:sldMk cId="4133996337" sldId="284"/>
            <ac:picMk id="9" creationId="{27A5E8AE-2915-479A-9F2A-7D7A7429F891}"/>
          </ac:picMkLst>
        </pc:picChg>
        <pc:cxnChg chg="add del">
          <ac:chgData name="Raju Adhikary" userId="5d6c8f2e09f21277" providerId="LiveId" clId="{80A66A87-5102-4D90-9A47-650D8951676F}" dt="2025-06-04T10:31:44.953" v="53" actId="26606"/>
          <ac:cxnSpMkLst>
            <pc:docMk/>
            <pc:sldMk cId="4133996337" sldId="284"/>
            <ac:cxnSpMk id="23" creationId="{FC23E3B9-5ABF-58B3-E2B0-E9A5DAA90037}"/>
          </ac:cxnSpMkLst>
        </pc:cxnChg>
      </pc:sldChg>
      <pc:sldChg chg="addSp delSp modSp add mod setBg">
        <pc:chgData name="Raju Adhikary" userId="5d6c8f2e09f21277" providerId="LiveId" clId="{80A66A87-5102-4D90-9A47-650D8951676F}" dt="2025-06-04T10:37:58.555" v="77" actId="26606"/>
        <pc:sldMkLst>
          <pc:docMk/>
          <pc:sldMk cId="3475362970" sldId="285"/>
        </pc:sldMkLst>
        <pc:spChg chg="mod">
          <ac:chgData name="Raju Adhikary" userId="5d6c8f2e09f21277" providerId="LiveId" clId="{80A66A87-5102-4D90-9A47-650D8951676F}" dt="2025-06-04T10:37:58.555" v="77" actId="26606"/>
          <ac:spMkLst>
            <pc:docMk/>
            <pc:sldMk cId="3475362970" sldId="285"/>
            <ac:spMk id="2" creationId="{3134320B-9FA6-E24A-4CD3-33C56E3296C9}"/>
          </ac:spMkLst>
        </pc:spChg>
        <pc:spChg chg="add del mod">
          <ac:chgData name="Raju Adhikary" userId="5d6c8f2e09f21277" providerId="LiveId" clId="{80A66A87-5102-4D90-9A47-650D8951676F}" dt="2025-06-04T10:37:58.555" v="77" actId="26606"/>
          <ac:spMkLst>
            <pc:docMk/>
            <pc:sldMk cId="3475362970" sldId="285"/>
            <ac:spMk id="3" creationId="{A63B7962-4F50-0FE8-51FA-C00B0B0D04F6}"/>
          </ac:spMkLst>
        </pc:spChg>
        <pc:spChg chg="add del">
          <ac:chgData name="Raju Adhikary" userId="5d6c8f2e09f21277" providerId="LiveId" clId="{80A66A87-5102-4D90-9A47-650D8951676F}" dt="2025-06-04T10:37:58.555" v="77" actId="26606"/>
          <ac:spMkLst>
            <pc:docMk/>
            <pc:sldMk cId="3475362970" sldId="285"/>
            <ac:spMk id="8" creationId="{B6CDA21F-E7AF-4C75-8395-33F58D5B0E45}"/>
          </ac:spMkLst>
        </pc:spChg>
        <pc:spChg chg="add del">
          <ac:chgData name="Raju Adhikary" userId="5d6c8f2e09f21277" providerId="LiveId" clId="{80A66A87-5102-4D90-9A47-650D8951676F}" dt="2025-06-04T10:37:58.555" v="77" actId="26606"/>
          <ac:spMkLst>
            <pc:docMk/>
            <pc:sldMk cId="3475362970" sldId="285"/>
            <ac:spMk id="15" creationId="{D5B0017B-2ECA-49AF-B397-DC140825DF8D}"/>
          </ac:spMkLst>
        </pc:spChg>
        <pc:spChg chg="add">
          <ac:chgData name="Raju Adhikary" userId="5d6c8f2e09f21277" providerId="LiveId" clId="{80A66A87-5102-4D90-9A47-650D8951676F}" dt="2025-06-04T10:37:58.555" v="77" actId="26606"/>
          <ac:spMkLst>
            <pc:docMk/>
            <pc:sldMk cId="3475362970" sldId="285"/>
            <ac:spMk id="23" creationId="{C5278130-DFE0-457B-8698-88DF69019DDE}"/>
          </ac:spMkLst>
        </pc:spChg>
        <pc:spChg chg="add del">
          <ac:chgData name="Raju Adhikary" userId="5d6c8f2e09f21277" providerId="LiveId" clId="{80A66A87-5102-4D90-9A47-650D8951676F}" dt="2025-06-04T10:37:37.788" v="75" actId="26606"/>
          <ac:spMkLst>
            <pc:docMk/>
            <pc:sldMk cId="3475362970" sldId="285"/>
            <ac:spMk id="24" creationId="{B50AB553-2A96-4A92-96F2-93548E096954}"/>
          </ac:spMkLst>
        </pc:spChg>
        <pc:spChg chg="add">
          <ac:chgData name="Raju Adhikary" userId="5d6c8f2e09f21277" providerId="LiveId" clId="{80A66A87-5102-4D90-9A47-650D8951676F}" dt="2025-06-04T10:37:58.555" v="77" actId="26606"/>
          <ac:spMkLst>
            <pc:docMk/>
            <pc:sldMk cId="3475362970" sldId="285"/>
            <ac:spMk id="25" creationId="{2F99531B-1681-4D6E-BECB-18325B33A618}"/>
          </ac:spMkLst>
        </pc:spChg>
        <pc:spChg chg="add">
          <ac:chgData name="Raju Adhikary" userId="5d6c8f2e09f21277" providerId="LiveId" clId="{80A66A87-5102-4D90-9A47-650D8951676F}" dt="2025-06-04T10:37:58.555" v="77" actId="26606"/>
          <ac:spMkLst>
            <pc:docMk/>
            <pc:sldMk cId="3475362970" sldId="285"/>
            <ac:spMk id="27" creationId="{20344094-430A-400B-804B-910E696A1A90}"/>
          </ac:spMkLst>
        </pc:spChg>
        <pc:spChg chg="add">
          <ac:chgData name="Raju Adhikary" userId="5d6c8f2e09f21277" providerId="LiveId" clId="{80A66A87-5102-4D90-9A47-650D8951676F}" dt="2025-06-04T10:37:58.555" v="77" actId="26606"/>
          <ac:spMkLst>
            <pc:docMk/>
            <pc:sldMk cId="3475362970" sldId="285"/>
            <ac:spMk id="29" creationId="{453C67DF-7782-4E57-AB9B-F1B4811AD8FE}"/>
          </ac:spMkLst>
        </pc:spChg>
        <pc:grpChg chg="add del">
          <ac:chgData name="Raju Adhikary" userId="5d6c8f2e09f21277" providerId="LiveId" clId="{80A66A87-5102-4D90-9A47-650D8951676F}" dt="2025-06-04T10:37:58.555" v="77" actId="26606"/>
          <ac:grpSpMkLst>
            <pc:docMk/>
            <pc:sldMk cId="3475362970" sldId="285"/>
            <ac:grpSpMk id="10" creationId="{AE1C45F0-260A-458C-96ED-C1F6D2151219}"/>
          </ac:grpSpMkLst>
        </pc:grpChg>
        <pc:graphicFrameChg chg="add del">
          <ac:chgData name="Raju Adhikary" userId="5d6c8f2e09f21277" providerId="LiveId" clId="{80A66A87-5102-4D90-9A47-650D8951676F}" dt="2025-06-04T10:37:37.788" v="75" actId="26606"/>
          <ac:graphicFrameMkLst>
            <pc:docMk/>
            <pc:sldMk cId="3475362970" sldId="285"/>
            <ac:graphicFrameMk id="19" creationId="{2AF2E829-4118-8962-D00D-D1A5C69FB3EB}"/>
          </ac:graphicFrameMkLst>
        </pc:graphicFrameChg>
        <pc:graphicFrameChg chg="add">
          <ac:chgData name="Raju Adhikary" userId="5d6c8f2e09f21277" providerId="LiveId" clId="{80A66A87-5102-4D90-9A47-650D8951676F}" dt="2025-06-04T10:37:58.555" v="77" actId="26606"/>
          <ac:graphicFrameMkLst>
            <pc:docMk/>
            <pc:sldMk cId="3475362970" sldId="285"/>
            <ac:graphicFrameMk id="21" creationId="{01D7258D-3D13-A554-DFD6-DB8C5CC5AF51}"/>
          </ac:graphicFrameMkLst>
        </pc:graphicFrameChg>
        <pc:picChg chg="add del">
          <ac:chgData name="Raju Adhikary" userId="5d6c8f2e09f21277" providerId="LiveId" clId="{80A66A87-5102-4D90-9A47-650D8951676F}" dt="2025-06-04T10:37:37.788" v="75" actId="26606"/>
          <ac:picMkLst>
            <pc:docMk/>
            <pc:sldMk cId="3475362970" sldId="285"/>
            <ac:picMk id="20" creationId="{642CE527-5FE0-1695-7614-A0D2B3E9E4C7}"/>
          </ac:picMkLst>
        </pc:picChg>
        <pc:cxnChg chg="add del">
          <ac:chgData name="Raju Adhikary" userId="5d6c8f2e09f21277" providerId="LiveId" clId="{80A66A87-5102-4D90-9A47-650D8951676F}" dt="2025-06-04T10:37:37.788" v="75" actId="26606"/>
          <ac:cxnSpMkLst>
            <pc:docMk/>
            <pc:sldMk cId="3475362970" sldId="285"/>
            <ac:cxnSpMk id="17" creationId="{6CF1BAF6-AD41-4082-B212-8A1F9A2E8779}"/>
          </ac:cxnSpMkLst>
        </pc:cxnChg>
      </pc:sldChg>
    </pc:docChg>
  </pc:docChgLst>
</pc:chgInfo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sv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5.svg"/><Relationship Id="rId1" Type="http://schemas.openxmlformats.org/officeDocument/2006/relationships/image" Target="../media/image4.png"/><Relationship Id="rId6" Type="http://schemas.openxmlformats.org/officeDocument/2006/relationships/image" Target="../media/image9.svg"/><Relationship Id="rId5" Type="http://schemas.openxmlformats.org/officeDocument/2006/relationships/image" Target="../media/image8.png"/><Relationship Id="rId4" Type="http://schemas.openxmlformats.org/officeDocument/2006/relationships/image" Target="../media/image7.sv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sv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5.svg"/><Relationship Id="rId1" Type="http://schemas.openxmlformats.org/officeDocument/2006/relationships/image" Target="../media/image4.png"/><Relationship Id="rId6" Type="http://schemas.openxmlformats.org/officeDocument/2006/relationships/image" Target="../media/image9.svg"/><Relationship Id="rId5" Type="http://schemas.openxmlformats.org/officeDocument/2006/relationships/image" Target="../media/image8.png"/><Relationship Id="rId4" Type="http://schemas.openxmlformats.org/officeDocument/2006/relationships/image" Target="../media/image7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4021256-CAAE-44C4-8093-2FB83E4BE831}" type="doc">
      <dgm:prSet loTypeId="urn:microsoft.com/office/officeart/2018/2/layout/IconCircle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731E7DB7-CB7F-4570-87CB-7167E4A2C3A3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Lack of ECG access in rural India</a:t>
          </a:r>
        </a:p>
      </dgm:t>
    </dgm:pt>
    <dgm:pt modelId="{55E0B7D6-5A00-4A6C-BC31-85BC328867AD}" type="parTrans" cxnId="{DC2260FE-1DE6-4DB2-9C15-6E162C7E2712}">
      <dgm:prSet/>
      <dgm:spPr/>
      <dgm:t>
        <a:bodyPr/>
        <a:lstStyle/>
        <a:p>
          <a:endParaRPr lang="en-US"/>
        </a:p>
      </dgm:t>
    </dgm:pt>
    <dgm:pt modelId="{4ADAB3FF-0250-440C-8A4F-72BD608A35FC}" type="sibTrans" cxnId="{DC2260FE-1DE6-4DB2-9C15-6E162C7E2712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A1743C9F-3F4C-4C72-A07B-2E5F45D60CDE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High cost of clinical ECG units </a:t>
          </a:r>
        </a:p>
      </dgm:t>
    </dgm:pt>
    <dgm:pt modelId="{61CA0072-E355-4162-9543-DC8D98C8C88A}" type="parTrans" cxnId="{6EF5A275-C173-4E45-A9EF-F46E9B8AD689}">
      <dgm:prSet/>
      <dgm:spPr/>
      <dgm:t>
        <a:bodyPr/>
        <a:lstStyle/>
        <a:p>
          <a:endParaRPr lang="en-US"/>
        </a:p>
      </dgm:t>
    </dgm:pt>
    <dgm:pt modelId="{36E32D51-99B5-47D0-82B7-C2BB393FB949}" type="sibTrans" cxnId="{6EF5A275-C173-4E45-A9EF-F46E9B8AD689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2E273E4A-E3B5-4A4D-AD8D-04048C9EC322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Tech barrier: apps, Bluetooth, OS compatibility issues</a:t>
          </a:r>
        </a:p>
      </dgm:t>
    </dgm:pt>
    <dgm:pt modelId="{49EC728B-AFE5-4737-B351-9A41D4824687}" type="parTrans" cxnId="{947043EC-6ECD-4586-9AAC-18B81107397F}">
      <dgm:prSet/>
      <dgm:spPr/>
      <dgm:t>
        <a:bodyPr/>
        <a:lstStyle/>
        <a:p>
          <a:endParaRPr lang="en-US"/>
        </a:p>
      </dgm:t>
    </dgm:pt>
    <dgm:pt modelId="{B7316A58-5BF6-4AEC-AAE7-A8B2FBC59F29}" type="sibTrans" cxnId="{947043EC-6ECD-4586-9AAC-18B81107397F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7F92C495-E0F9-4DCB-BAE8-7D0BBA4CF74F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Need for low cost, office first diagnostic </a:t>
          </a:r>
        </a:p>
      </dgm:t>
    </dgm:pt>
    <dgm:pt modelId="{E4CEFDB8-A88B-4439-8BDD-256A7D00B74B}" type="parTrans" cxnId="{2CE4064F-ABD8-415F-87CD-D8F4485F8FA3}">
      <dgm:prSet/>
      <dgm:spPr/>
      <dgm:t>
        <a:bodyPr/>
        <a:lstStyle/>
        <a:p>
          <a:endParaRPr lang="en-US"/>
        </a:p>
      </dgm:t>
    </dgm:pt>
    <dgm:pt modelId="{7DDAFACC-DCD7-4ACB-84C8-225E90337809}" type="sibTrans" cxnId="{2CE4064F-ABD8-415F-87CD-D8F4485F8FA3}">
      <dgm:prSet/>
      <dgm:spPr/>
      <dgm:t>
        <a:bodyPr/>
        <a:lstStyle/>
        <a:p>
          <a:endParaRPr lang="en-US"/>
        </a:p>
      </dgm:t>
    </dgm:pt>
    <dgm:pt modelId="{334C1144-9000-4DF1-BF46-5072FAF8A7A6}" type="pres">
      <dgm:prSet presAssocID="{E4021256-CAAE-44C4-8093-2FB83E4BE831}" presName="root" presStyleCnt="0">
        <dgm:presLayoutVars>
          <dgm:dir/>
          <dgm:resizeHandles val="exact"/>
        </dgm:presLayoutVars>
      </dgm:prSet>
      <dgm:spPr/>
    </dgm:pt>
    <dgm:pt modelId="{C252CA79-F5F2-4827-903C-DC5E1486983F}" type="pres">
      <dgm:prSet presAssocID="{E4021256-CAAE-44C4-8093-2FB83E4BE831}" presName="container" presStyleCnt="0">
        <dgm:presLayoutVars>
          <dgm:dir/>
          <dgm:resizeHandles val="exact"/>
        </dgm:presLayoutVars>
      </dgm:prSet>
      <dgm:spPr/>
    </dgm:pt>
    <dgm:pt modelId="{90A06561-DA37-4595-82C1-586A78BC6D50}" type="pres">
      <dgm:prSet presAssocID="{731E7DB7-CB7F-4570-87CB-7167E4A2C3A3}" presName="compNode" presStyleCnt="0"/>
      <dgm:spPr/>
    </dgm:pt>
    <dgm:pt modelId="{66DF1A37-9F30-4C90-A625-C4545B33B4B0}" type="pres">
      <dgm:prSet presAssocID="{731E7DB7-CB7F-4570-87CB-7167E4A2C3A3}" presName="iconBgRect" presStyleLbl="bgShp" presStyleIdx="0" presStyleCnt="4"/>
      <dgm:spPr/>
    </dgm:pt>
    <dgm:pt modelId="{701B5891-5C77-4FB9-9A2E-0E8E2DE92547}" type="pres">
      <dgm:prSet presAssocID="{731E7DB7-CB7F-4570-87CB-7167E4A2C3A3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eartbeat"/>
        </a:ext>
      </dgm:extLst>
    </dgm:pt>
    <dgm:pt modelId="{061457B3-895A-43E6-A447-E7E45B9DCF90}" type="pres">
      <dgm:prSet presAssocID="{731E7DB7-CB7F-4570-87CB-7167E4A2C3A3}" presName="spaceRect" presStyleCnt="0"/>
      <dgm:spPr/>
    </dgm:pt>
    <dgm:pt modelId="{F55411C1-AF20-48A5-B466-1BA1EEE24827}" type="pres">
      <dgm:prSet presAssocID="{731E7DB7-CB7F-4570-87CB-7167E4A2C3A3}" presName="textRect" presStyleLbl="revTx" presStyleIdx="0" presStyleCnt="4">
        <dgm:presLayoutVars>
          <dgm:chMax val="1"/>
          <dgm:chPref val="1"/>
        </dgm:presLayoutVars>
      </dgm:prSet>
      <dgm:spPr/>
    </dgm:pt>
    <dgm:pt modelId="{92BC5A01-3096-46F9-8C18-BBBE823A6EDB}" type="pres">
      <dgm:prSet presAssocID="{4ADAB3FF-0250-440C-8A4F-72BD608A35FC}" presName="sibTrans" presStyleLbl="sibTrans2D1" presStyleIdx="0" presStyleCnt="0"/>
      <dgm:spPr/>
    </dgm:pt>
    <dgm:pt modelId="{00864086-53F2-4ECF-AE39-5AB736C4D4E0}" type="pres">
      <dgm:prSet presAssocID="{A1743C9F-3F4C-4C72-A07B-2E5F45D60CDE}" presName="compNode" presStyleCnt="0"/>
      <dgm:spPr/>
    </dgm:pt>
    <dgm:pt modelId="{6B96D314-C059-4B81-B146-F7AEC9FB9F86}" type="pres">
      <dgm:prSet presAssocID="{A1743C9F-3F4C-4C72-A07B-2E5F45D60CDE}" presName="iconBgRect" presStyleLbl="bgShp" presStyleIdx="1" presStyleCnt="4"/>
      <dgm:spPr/>
    </dgm:pt>
    <dgm:pt modelId="{C5107F7B-6373-45A3-A0ED-A17EA21716BA}" type="pres">
      <dgm:prSet presAssocID="{A1743C9F-3F4C-4C72-A07B-2E5F45D60CDE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eart with Pulse"/>
        </a:ext>
      </dgm:extLst>
    </dgm:pt>
    <dgm:pt modelId="{B5651D52-3902-4184-8E1F-AEA4F6685779}" type="pres">
      <dgm:prSet presAssocID="{A1743C9F-3F4C-4C72-A07B-2E5F45D60CDE}" presName="spaceRect" presStyleCnt="0"/>
      <dgm:spPr/>
    </dgm:pt>
    <dgm:pt modelId="{EFCB7636-8F9D-430D-9F9F-678234987490}" type="pres">
      <dgm:prSet presAssocID="{A1743C9F-3F4C-4C72-A07B-2E5F45D60CDE}" presName="textRect" presStyleLbl="revTx" presStyleIdx="1" presStyleCnt="4">
        <dgm:presLayoutVars>
          <dgm:chMax val="1"/>
          <dgm:chPref val="1"/>
        </dgm:presLayoutVars>
      </dgm:prSet>
      <dgm:spPr/>
    </dgm:pt>
    <dgm:pt modelId="{4F15F440-3659-42A9-92CD-97A116102537}" type="pres">
      <dgm:prSet presAssocID="{36E32D51-99B5-47D0-82B7-C2BB393FB949}" presName="sibTrans" presStyleLbl="sibTrans2D1" presStyleIdx="0" presStyleCnt="0"/>
      <dgm:spPr/>
    </dgm:pt>
    <dgm:pt modelId="{D7774161-2618-43F2-9F38-250DDA9A0A9C}" type="pres">
      <dgm:prSet presAssocID="{2E273E4A-E3B5-4A4D-AD8D-04048C9EC322}" presName="compNode" presStyleCnt="0"/>
      <dgm:spPr/>
    </dgm:pt>
    <dgm:pt modelId="{98123E5C-0B4E-435A-8805-482EA4A17616}" type="pres">
      <dgm:prSet presAssocID="{2E273E4A-E3B5-4A4D-AD8D-04048C9EC322}" presName="iconBgRect" presStyleLbl="bgShp" presStyleIdx="2" presStyleCnt="4"/>
      <dgm:spPr/>
    </dgm:pt>
    <dgm:pt modelId="{E8A95414-C8DA-49E2-A397-149CF55C5992}" type="pres">
      <dgm:prSet presAssocID="{2E273E4A-E3B5-4A4D-AD8D-04048C9EC322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luetooth"/>
        </a:ext>
      </dgm:extLst>
    </dgm:pt>
    <dgm:pt modelId="{2B1A3E0F-4134-4000-85AF-0C4460221E11}" type="pres">
      <dgm:prSet presAssocID="{2E273E4A-E3B5-4A4D-AD8D-04048C9EC322}" presName="spaceRect" presStyleCnt="0"/>
      <dgm:spPr/>
    </dgm:pt>
    <dgm:pt modelId="{F888E537-3017-4F30-A4E1-4CB55DB1A213}" type="pres">
      <dgm:prSet presAssocID="{2E273E4A-E3B5-4A4D-AD8D-04048C9EC322}" presName="textRect" presStyleLbl="revTx" presStyleIdx="2" presStyleCnt="4">
        <dgm:presLayoutVars>
          <dgm:chMax val="1"/>
          <dgm:chPref val="1"/>
        </dgm:presLayoutVars>
      </dgm:prSet>
      <dgm:spPr/>
    </dgm:pt>
    <dgm:pt modelId="{7338792E-5B0F-4847-8A1A-2DBCF5EF8713}" type="pres">
      <dgm:prSet presAssocID="{B7316A58-5BF6-4AEC-AAE7-A8B2FBC59F29}" presName="sibTrans" presStyleLbl="sibTrans2D1" presStyleIdx="0" presStyleCnt="0"/>
      <dgm:spPr/>
    </dgm:pt>
    <dgm:pt modelId="{B17EDDC4-AFF1-4DBD-8872-DEE7A7D8E554}" type="pres">
      <dgm:prSet presAssocID="{7F92C495-E0F9-4DCB-BAE8-7D0BBA4CF74F}" presName="compNode" presStyleCnt="0"/>
      <dgm:spPr/>
    </dgm:pt>
    <dgm:pt modelId="{9DA63819-8867-439A-BBA9-C01331B708F8}" type="pres">
      <dgm:prSet presAssocID="{7F92C495-E0F9-4DCB-BAE8-7D0BBA4CF74F}" presName="iconBgRect" presStyleLbl="bgShp" presStyleIdx="3" presStyleCnt="4"/>
      <dgm:spPr/>
    </dgm:pt>
    <dgm:pt modelId="{BA9AE756-615F-4E87-996E-E5304DA6EBB4}" type="pres">
      <dgm:prSet presAssocID="{7F92C495-E0F9-4DCB-BAE8-7D0BBA4CF74F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oney"/>
        </a:ext>
      </dgm:extLst>
    </dgm:pt>
    <dgm:pt modelId="{289466BF-E77A-44B6-A4DB-AF8BC4C4CF20}" type="pres">
      <dgm:prSet presAssocID="{7F92C495-E0F9-4DCB-BAE8-7D0BBA4CF74F}" presName="spaceRect" presStyleCnt="0"/>
      <dgm:spPr/>
    </dgm:pt>
    <dgm:pt modelId="{304F9C8E-FA20-4942-B8C9-526F8892005E}" type="pres">
      <dgm:prSet presAssocID="{7F92C495-E0F9-4DCB-BAE8-7D0BBA4CF74F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8780CF2F-7B79-4E2D-B665-E0DC8458F695}" type="presOf" srcId="{A1743C9F-3F4C-4C72-A07B-2E5F45D60CDE}" destId="{EFCB7636-8F9D-430D-9F9F-678234987490}" srcOrd="0" destOrd="0" presId="urn:microsoft.com/office/officeart/2018/2/layout/IconCircleList"/>
    <dgm:cxn modelId="{DC0CCF38-93A6-454B-B633-F188C5327C9A}" type="presOf" srcId="{E4021256-CAAE-44C4-8093-2FB83E4BE831}" destId="{334C1144-9000-4DF1-BF46-5072FAF8A7A6}" srcOrd="0" destOrd="0" presId="urn:microsoft.com/office/officeart/2018/2/layout/IconCircleList"/>
    <dgm:cxn modelId="{8577FA48-908E-477C-A47D-5748113B3431}" type="presOf" srcId="{7F92C495-E0F9-4DCB-BAE8-7D0BBA4CF74F}" destId="{304F9C8E-FA20-4942-B8C9-526F8892005E}" srcOrd="0" destOrd="0" presId="urn:microsoft.com/office/officeart/2018/2/layout/IconCircleList"/>
    <dgm:cxn modelId="{2CE4064F-ABD8-415F-87CD-D8F4485F8FA3}" srcId="{E4021256-CAAE-44C4-8093-2FB83E4BE831}" destId="{7F92C495-E0F9-4DCB-BAE8-7D0BBA4CF74F}" srcOrd="3" destOrd="0" parTransId="{E4CEFDB8-A88B-4439-8BDD-256A7D00B74B}" sibTransId="{7DDAFACC-DCD7-4ACB-84C8-225E90337809}"/>
    <dgm:cxn modelId="{6EF5A275-C173-4E45-A9EF-F46E9B8AD689}" srcId="{E4021256-CAAE-44C4-8093-2FB83E4BE831}" destId="{A1743C9F-3F4C-4C72-A07B-2E5F45D60CDE}" srcOrd="1" destOrd="0" parTransId="{61CA0072-E355-4162-9543-DC8D98C8C88A}" sibTransId="{36E32D51-99B5-47D0-82B7-C2BB393FB949}"/>
    <dgm:cxn modelId="{AD6A487B-E6FD-41B8-A1A1-C09C7B9B32FB}" type="presOf" srcId="{4ADAB3FF-0250-440C-8A4F-72BD608A35FC}" destId="{92BC5A01-3096-46F9-8C18-BBBE823A6EDB}" srcOrd="0" destOrd="0" presId="urn:microsoft.com/office/officeart/2018/2/layout/IconCircleList"/>
    <dgm:cxn modelId="{D6907895-1C9A-489A-8B7E-4C7E8DC89C71}" type="presOf" srcId="{36E32D51-99B5-47D0-82B7-C2BB393FB949}" destId="{4F15F440-3659-42A9-92CD-97A116102537}" srcOrd="0" destOrd="0" presId="urn:microsoft.com/office/officeart/2018/2/layout/IconCircleList"/>
    <dgm:cxn modelId="{0A8FB79E-4DDF-44BC-BF78-B1DACEBBCA12}" type="presOf" srcId="{2E273E4A-E3B5-4A4D-AD8D-04048C9EC322}" destId="{F888E537-3017-4F30-A4E1-4CB55DB1A213}" srcOrd="0" destOrd="0" presId="urn:microsoft.com/office/officeart/2018/2/layout/IconCircleList"/>
    <dgm:cxn modelId="{3E1DF5AF-959C-4A10-9746-868D949ED971}" type="presOf" srcId="{731E7DB7-CB7F-4570-87CB-7167E4A2C3A3}" destId="{F55411C1-AF20-48A5-B466-1BA1EEE24827}" srcOrd="0" destOrd="0" presId="urn:microsoft.com/office/officeart/2018/2/layout/IconCircleList"/>
    <dgm:cxn modelId="{D00ACFCD-A06F-4B63-8D70-20EA61590302}" type="presOf" srcId="{B7316A58-5BF6-4AEC-AAE7-A8B2FBC59F29}" destId="{7338792E-5B0F-4847-8A1A-2DBCF5EF8713}" srcOrd="0" destOrd="0" presId="urn:microsoft.com/office/officeart/2018/2/layout/IconCircleList"/>
    <dgm:cxn modelId="{947043EC-6ECD-4586-9AAC-18B81107397F}" srcId="{E4021256-CAAE-44C4-8093-2FB83E4BE831}" destId="{2E273E4A-E3B5-4A4D-AD8D-04048C9EC322}" srcOrd="2" destOrd="0" parTransId="{49EC728B-AFE5-4737-B351-9A41D4824687}" sibTransId="{B7316A58-5BF6-4AEC-AAE7-A8B2FBC59F29}"/>
    <dgm:cxn modelId="{DC2260FE-1DE6-4DB2-9C15-6E162C7E2712}" srcId="{E4021256-CAAE-44C4-8093-2FB83E4BE831}" destId="{731E7DB7-CB7F-4570-87CB-7167E4A2C3A3}" srcOrd="0" destOrd="0" parTransId="{55E0B7D6-5A00-4A6C-BC31-85BC328867AD}" sibTransId="{4ADAB3FF-0250-440C-8A4F-72BD608A35FC}"/>
    <dgm:cxn modelId="{F0C4E9F7-6445-4D8E-B809-038F8F18DFAD}" type="presParOf" srcId="{334C1144-9000-4DF1-BF46-5072FAF8A7A6}" destId="{C252CA79-F5F2-4827-903C-DC5E1486983F}" srcOrd="0" destOrd="0" presId="urn:microsoft.com/office/officeart/2018/2/layout/IconCircleList"/>
    <dgm:cxn modelId="{A2D200CB-F4AC-43F1-8781-2A9F9B75C5DD}" type="presParOf" srcId="{C252CA79-F5F2-4827-903C-DC5E1486983F}" destId="{90A06561-DA37-4595-82C1-586A78BC6D50}" srcOrd="0" destOrd="0" presId="urn:microsoft.com/office/officeart/2018/2/layout/IconCircleList"/>
    <dgm:cxn modelId="{17B4DABD-1988-4E92-A34D-935E81411EFE}" type="presParOf" srcId="{90A06561-DA37-4595-82C1-586A78BC6D50}" destId="{66DF1A37-9F30-4C90-A625-C4545B33B4B0}" srcOrd="0" destOrd="0" presId="urn:microsoft.com/office/officeart/2018/2/layout/IconCircleList"/>
    <dgm:cxn modelId="{45F855EA-6667-467B-9F2F-B8C1A9D94559}" type="presParOf" srcId="{90A06561-DA37-4595-82C1-586A78BC6D50}" destId="{701B5891-5C77-4FB9-9A2E-0E8E2DE92547}" srcOrd="1" destOrd="0" presId="urn:microsoft.com/office/officeart/2018/2/layout/IconCircleList"/>
    <dgm:cxn modelId="{DE7E00EE-5A6B-440E-A8F6-C6BC9E87D6F0}" type="presParOf" srcId="{90A06561-DA37-4595-82C1-586A78BC6D50}" destId="{061457B3-895A-43E6-A447-E7E45B9DCF90}" srcOrd="2" destOrd="0" presId="urn:microsoft.com/office/officeart/2018/2/layout/IconCircleList"/>
    <dgm:cxn modelId="{A9A989F2-0570-45DD-8F16-1AD32D92D50E}" type="presParOf" srcId="{90A06561-DA37-4595-82C1-586A78BC6D50}" destId="{F55411C1-AF20-48A5-B466-1BA1EEE24827}" srcOrd="3" destOrd="0" presId="urn:microsoft.com/office/officeart/2018/2/layout/IconCircleList"/>
    <dgm:cxn modelId="{C330C882-889F-4C75-9CB5-F34E62F9CDB1}" type="presParOf" srcId="{C252CA79-F5F2-4827-903C-DC5E1486983F}" destId="{92BC5A01-3096-46F9-8C18-BBBE823A6EDB}" srcOrd="1" destOrd="0" presId="urn:microsoft.com/office/officeart/2018/2/layout/IconCircleList"/>
    <dgm:cxn modelId="{523A7C53-7BBE-4561-ADCF-B06160B8386F}" type="presParOf" srcId="{C252CA79-F5F2-4827-903C-DC5E1486983F}" destId="{00864086-53F2-4ECF-AE39-5AB736C4D4E0}" srcOrd="2" destOrd="0" presId="urn:microsoft.com/office/officeart/2018/2/layout/IconCircleList"/>
    <dgm:cxn modelId="{A7548852-64DD-43DB-9846-ED3C8A5913D0}" type="presParOf" srcId="{00864086-53F2-4ECF-AE39-5AB736C4D4E0}" destId="{6B96D314-C059-4B81-B146-F7AEC9FB9F86}" srcOrd="0" destOrd="0" presId="urn:microsoft.com/office/officeart/2018/2/layout/IconCircleList"/>
    <dgm:cxn modelId="{209DBDF0-FCDB-4D2C-B9F3-F8D36F127A81}" type="presParOf" srcId="{00864086-53F2-4ECF-AE39-5AB736C4D4E0}" destId="{C5107F7B-6373-45A3-A0ED-A17EA21716BA}" srcOrd="1" destOrd="0" presId="urn:microsoft.com/office/officeart/2018/2/layout/IconCircleList"/>
    <dgm:cxn modelId="{0F374FA8-AB2C-4F34-9DCD-75581E023DD3}" type="presParOf" srcId="{00864086-53F2-4ECF-AE39-5AB736C4D4E0}" destId="{B5651D52-3902-4184-8E1F-AEA4F6685779}" srcOrd="2" destOrd="0" presId="urn:microsoft.com/office/officeart/2018/2/layout/IconCircleList"/>
    <dgm:cxn modelId="{CB4BB737-24DF-4755-AC9F-E279CD76CC30}" type="presParOf" srcId="{00864086-53F2-4ECF-AE39-5AB736C4D4E0}" destId="{EFCB7636-8F9D-430D-9F9F-678234987490}" srcOrd="3" destOrd="0" presId="urn:microsoft.com/office/officeart/2018/2/layout/IconCircleList"/>
    <dgm:cxn modelId="{00443987-23B6-49AD-9DD0-FB4296E0DD63}" type="presParOf" srcId="{C252CA79-F5F2-4827-903C-DC5E1486983F}" destId="{4F15F440-3659-42A9-92CD-97A116102537}" srcOrd="3" destOrd="0" presId="urn:microsoft.com/office/officeart/2018/2/layout/IconCircleList"/>
    <dgm:cxn modelId="{108BA359-0D53-4ACC-BB29-DAEA029E3AAB}" type="presParOf" srcId="{C252CA79-F5F2-4827-903C-DC5E1486983F}" destId="{D7774161-2618-43F2-9F38-250DDA9A0A9C}" srcOrd="4" destOrd="0" presId="urn:microsoft.com/office/officeart/2018/2/layout/IconCircleList"/>
    <dgm:cxn modelId="{EC99C728-64A7-4EEE-AC47-F6C22AF9F3D4}" type="presParOf" srcId="{D7774161-2618-43F2-9F38-250DDA9A0A9C}" destId="{98123E5C-0B4E-435A-8805-482EA4A17616}" srcOrd="0" destOrd="0" presId="urn:microsoft.com/office/officeart/2018/2/layout/IconCircleList"/>
    <dgm:cxn modelId="{14D6226B-4AE8-4CE7-9473-B3D3A46E2A6A}" type="presParOf" srcId="{D7774161-2618-43F2-9F38-250DDA9A0A9C}" destId="{E8A95414-C8DA-49E2-A397-149CF55C5992}" srcOrd="1" destOrd="0" presId="urn:microsoft.com/office/officeart/2018/2/layout/IconCircleList"/>
    <dgm:cxn modelId="{55AA732D-C651-4DC3-98CB-9417857F5E73}" type="presParOf" srcId="{D7774161-2618-43F2-9F38-250DDA9A0A9C}" destId="{2B1A3E0F-4134-4000-85AF-0C4460221E11}" srcOrd="2" destOrd="0" presId="urn:microsoft.com/office/officeart/2018/2/layout/IconCircleList"/>
    <dgm:cxn modelId="{F87CA8DF-F820-402F-8DDC-6A694EB73759}" type="presParOf" srcId="{D7774161-2618-43F2-9F38-250DDA9A0A9C}" destId="{F888E537-3017-4F30-A4E1-4CB55DB1A213}" srcOrd="3" destOrd="0" presId="urn:microsoft.com/office/officeart/2018/2/layout/IconCircleList"/>
    <dgm:cxn modelId="{501556F1-653B-42D6-9E6F-E9D37B958523}" type="presParOf" srcId="{C252CA79-F5F2-4827-903C-DC5E1486983F}" destId="{7338792E-5B0F-4847-8A1A-2DBCF5EF8713}" srcOrd="5" destOrd="0" presId="urn:microsoft.com/office/officeart/2018/2/layout/IconCircleList"/>
    <dgm:cxn modelId="{B383EE34-A383-4C5C-ADDC-2627E483B8EC}" type="presParOf" srcId="{C252CA79-F5F2-4827-903C-DC5E1486983F}" destId="{B17EDDC4-AFF1-4DBD-8872-DEE7A7D8E554}" srcOrd="6" destOrd="0" presId="urn:microsoft.com/office/officeart/2018/2/layout/IconCircleList"/>
    <dgm:cxn modelId="{5A6ADAEF-33F1-402E-9E9B-9D7D4935C56A}" type="presParOf" srcId="{B17EDDC4-AFF1-4DBD-8872-DEE7A7D8E554}" destId="{9DA63819-8867-439A-BBA9-C01331B708F8}" srcOrd="0" destOrd="0" presId="urn:microsoft.com/office/officeart/2018/2/layout/IconCircleList"/>
    <dgm:cxn modelId="{0523FCD6-84D7-4EEF-9B1E-42E56CDA8719}" type="presParOf" srcId="{B17EDDC4-AFF1-4DBD-8872-DEE7A7D8E554}" destId="{BA9AE756-615F-4E87-996E-E5304DA6EBB4}" srcOrd="1" destOrd="0" presId="urn:microsoft.com/office/officeart/2018/2/layout/IconCircleList"/>
    <dgm:cxn modelId="{3A7D636B-3581-49E4-9158-584847A266BA}" type="presParOf" srcId="{B17EDDC4-AFF1-4DBD-8872-DEE7A7D8E554}" destId="{289466BF-E77A-44B6-A4DB-AF8BC4C4CF20}" srcOrd="2" destOrd="0" presId="urn:microsoft.com/office/officeart/2018/2/layout/IconCircleList"/>
    <dgm:cxn modelId="{F35DA624-3A54-400A-9613-F99A1DE1D488}" type="presParOf" srcId="{B17EDDC4-AFF1-4DBD-8872-DEE7A7D8E554}" destId="{304F9C8E-FA20-4942-B8C9-526F8892005E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39986A2A-046D-4814-9875-38FC112088D7}" type="doc">
      <dgm:prSet loTypeId="urn:microsoft.com/office/officeart/2005/8/layout/matrix2" loCatId="matrix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BED51497-C386-4F35-8E15-6D864FF5A6F1}">
      <dgm:prSet custT="1"/>
      <dgm:spPr/>
      <dgm:t>
        <a:bodyPr/>
        <a:lstStyle/>
        <a:p>
          <a:r>
            <a:rPr lang="en-US" sz="1800" dirty="0"/>
            <a:t>Top: LA/RA finger contact  + Heart LED</a:t>
          </a:r>
        </a:p>
      </dgm:t>
    </dgm:pt>
    <dgm:pt modelId="{EB39C6C8-C1EA-4EAE-926A-A4D60673B9F8}" type="parTrans" cxnId="{16DD6DCF-6840-4B85-8450-D46279748C9B}">
      <dgm:prSet/>
      <dgm:spPr/>
      <dgm:t>
        <a:bodyPr/>
        <a:lstStyle/>
        <a:p>
          <a:endParaRPr lang="en-US"/>
        </a:p>
      </dgm:t>
    </dgm:pt>
    <dgm:pt modelId="{95F9B617-4016-4BE7-9C95-16FA01E545CE}" type="sibTrans" cxnId="{16DD6DCF-6840-4B85-8450-D46279748C9B}">
      <dgm:prSet/>
      <dgm:spPr/>
      <dgm:t>
        <a:bodyPr/>
        <a:lstStyle/>
        <a:p>
          <a:endParaRPr lang="en-US"/>
        </a:p>
      </dgm:t>
    </dgm:pt>
    <dgm:pt modelId="{BF2AC2F5-0897-4C74-815D-0DE01625AE38}">
      <dgm:prSet custT="1"/>
      <dgm:spPr/>
      <dgm:t>
        <a:bodyPr/>
        <a:lstStyle/>
        <a:p>
          <a:r>
            <a:rPr lang="en-US" sz="1600"/>
            <a:t>Front: external electrode chest port  + power switch + charge Indicator</a:t>
          </a:r>
        </a:p>
      </dgm:t>
    </dgm:pt>
    <dgm:pt modelId="{1C6A2878-0943-4B84-A7A1-ED7E0476D3E9}" type="parTrans" cxnId="{290DF8BD-EF29-4DFB-8860-35F7432AFC6C}">
      <dgm:prSet/>
      <dgm:spPr/>
      <dgm:t>
        <a:bodyPr/>
        <a:lstStyle/>
        <a:p>
          <a:endParaRPr lang="en-US"/>
        </a:p>
      </dgm:t>
    </dgm:pt>
    <dgm:pt modelId="{40E635D2-71F4-49E7-A5B8-7B84185D38A2}" type="sibTrans" cxnId="{290DF8BD-EF29-4DFB-8860-35F7432AFC6C}">
      <dgm:prSet/>
      <dgm:spPr/>
      <dgm:t>
        <a:bodyPr/>
        <a:lstStyle/>
        <a:p>
          <a:endParaRPr lang="en-US"/>
        </a:p>
      </dgm:t>
    </dgm:pt>
    <dgm:pt modelId="{A0519434-CF58-4790-8E9E-DC53341B90BA}">
      <dgm:prSet/>
      <dgm:spPr/>
      <dgm:t>
        <a:bodyPr/>
        <a:lstStyle/>
        <a:p>
          <a:r>
            <a:rPr lang="en-US"/>
            <a:t>Right Side: Micro-USB  </a:t>
          </a:r>
        </a:p>
      </dgm:t>
    </dgm:pt>
    <dgm:pt modelId="{7EB3ED58-A103-4A9B-BA63-214BC1859761}" type="parTrans" cxnId="{49BDCAC7-ECDE-4EB1-9F29-BEBC1A705BB0}">
      <dgm:prSet/>
      <dgm:spPr/>
      <dgm:t>
        <a:bodyPr/>
        <a:lstStyle/>
        <a:p>
          <a:endParaRPr lang="en-US"/>
        </a:p>
      </dgm:t>
    </dgm:pt>
    <dgm:pt modelId="{B0D50FB5-D0A8-41AA-86E8-EE25E8FDC49C}" type="sibTrans" cxnId="{49BDCAC7-ECDE-4EB1-9F29-BEBC1A705BB0}">
      <dgm:prSet/>
      <dgm:spPr/>
      <dgm:t>
        <a:bodyPr/>
        <a:lstStyle/>
        <a:p>
          <a:endParaRPr lang="en-US"/>
        </a:p>
      </dgm:t>
    </dgm:pt>
    <dgm:pt modelId="{31A23320-B86F-4600-BB00-BAD0921BACA0}">
      <dgm:prSet/>
      <dgm:spPr/>
      <dgm:t>
        <a:bodyPr/>
        <a:lstStyle/>
        <a:p>
          <a:r>
            <a:rPr lang="en-US"/>
            <a:t>Heart LED: blinks with rhythm</a:t>
          </a:r>
        </a:p>
      </dgm:t>
    </dgm:pt>
    <dgm:pt modelId="{DCB7F528-AE9E-4F5C-AD28-30352E63A0C6}" type="parTrans" cxnId="{FAC28B92-1EF0-41E0-BB3F-9CFE7254DAE5}">
      <dgm:prSet/>
      <dgm:spPr/>
      <dgm:t>
        <a:bodyPr/>
        <a:lstStyle/>
        <a:p>
          <a:endParaRPr lang="en-US"/>
        </a:p>
      </dgm:t>
    </dgm:pt>
    <dgm:pt modelId="{E366184E-EEC5-415E-9C18-BD3AE94104DD}" type="sibTrans" cxnId="{FAC28B92-1EF0-41E0-BB3F-9CFE7254DAE5}">
      <dgm:prSet/>
      <dgm:spPr/>
      <dgm:t>
        <a:bodyPr/>
        <a:lstStyle/>
        <a:p>
          <a:endParaRPr lang="en-US"/>
        </a:p>
      </dgm:t>
    </dgm:pt>
    <dgm:pt modelId="{3332E9C4-0D5C-4622-94EB-DF86D6E37EE4}" type="pres">
      <dgm:prSet presAssocID="{39986A2A-046D-4814-9875-38FC112088D7}" presName="matrix" presStyleCnt="0">
        <dgm:presLayoutVars>
          <dgm:chMax val="1"/>
          <dgm:dir/>
          <dgm:resizeHandles val="exact"/>
        </dgm:presLayoutVars>
      </dgm:prSet>
      <dgm:spPr/>
    </dgm:pt>
    <dgm:pt modelId="{E7ABABE8-3409-4995-A335-C0CCAEB9E221}" type="pres">
      <dgm:prSet presAssocID="{39986A2A-046D-4814-9875-38FC112088D7}" presName="axisShape" presStyleLbl="bgShp" presStyleIdx="0" presStyleCnt="1"/>
      <dgm:spPr/>
    </dgm:pt>
    <dgm:pt modelId="{4A593193-A150-4D61-8A41-0F0EDB07F88E}" type="pres">
      <dgm:prSet presAssocID="{39986A2A-046D-4814-9875-38FC112088D7}" presName="rect1" presStyleLbl="node1" presStyleIdx="0" presStyleCnt="4">
        <dgm:presLayoutVars>
          <dgm:chMax val="0"/>
          <dgm:chPref val="0"/>
          <dgm:bulletEnabled val="1"/>
        </dgm:presLayoutVars>
      </dgm:prSet>
      <dgm:spPr/>
    </dgm:pt>
    <dgm:pt modelId="{63149FBA-0EA9-4047-B8F1-505578F05A82}" type="pres">
      <dgm:prSet presAssocID="{39986A2A-046D-4814-9875-38FC112088D7}" presName="rect2" presStyleLbl="node1" presStyleIdx="1" presStyleCnt="4">
        <dgm:presLayoutVars>
          <dgm:chMax val="0"/>
          <dgm:chPref val="0"/>
          <dgm:bulletEnabled val="1"/>
        </dgm:presLayoutVars>
      </dgm:prSet>
      <dgm:spPr/>
    </dgm:pt>
    <dgm:pt modelId="{6AEF56CE-F848-4F11-B983-C1B5252BEFD0}" type="pres">
      <dgm:prSet presAssocID="{39986A2A-046D-4814-9875-38FC112088D7}" presName="rect3" presStyleLbl="node1" presStyleIdx="2" presStyleCnt="4">
        <dgm:presLayoutVars>
          <dgm:chMax val="0"/>
          <dgm:chPref val="0"/>
          <dgm:bulletEnabled val="1"/>
        </dgm:presLayoutVars>
      </dgm:prSet>
      <dgm:spPr/>
    </dgm:pt>
    <dgm:pt modelId="{AD3BEB38-CE5C-41F6-8E09-3C6C9378ACFD}" type="pres">
      <dgm:prSet presAssocID="{39986A2A-046D-4814-9875-38FC112088D7}" presName="rect4" presStyleLbl="node1" presStyleIdx="3" presStyleCnt="4">
        <dgm:presLayoutVars>
          <dgm:chMax val="0"/>
          <dgm:chPref val="0"/>
          <dgm:bulletEnabled val="1"/>
        </dgm:presLayoutVars>
      </dgm:prSet>
      <dgm:spPr/>
    </dgm:pt>
  </dgm:ptLst>
  <dgm:cxnLst>
    <dgm:cxn modelId="{B9054711-99F8-4A1D-B048-2430F02F3909}" type="presOf" srcId="{BED51497-C386-4F35-8E15-6D864FF5A6F1}" destId="{4A593193-A150-4D61-8A41-0F0EDB07F88E}" srcOrd="0" destOrd="0" presId="urn:microsoft.com/office/officeart/2005/8/layout/matrix2"/>
    <dgm:cxn modelId="{16274238-1C2F-4651-89BC-9A2AA2DB75EE}" type="presOf" srcId="{BF2AC2F5-0897-4C74-815D-0DE01625AE38}" destId="{63149FBA-0EA9-4047-B8F1-505578F05A82}" srcOrd="0" destOrd="0" presId="urn:microsoft.com/office/officeart/2005/8/layout/matrix2"/>
    <dgm:cxn modelId="{0D5CE460-3D95-4921-86CD-0E306E4B25C7}" type="presOf" srcId="{39986A2A-046D-4814-9875-38FC112088D7}" destId="{3332E9C4-0D5C-4622-94EB-DF86D6E37EE4}" srcOrd="0" destOrd="0" presId="urn:microsoft.com/office/officeart/2005/8/layout/matrix2"/>
    <dgm:cxn modelId="{FAC28B92-1EF0-41E0-BB3F-9CFE7254DAE5}" srcId="{39986A2A-046D-4814-9875-38FC112088D7}" destId="{31A23320-B86F-4600-BB00-BAD0921BACA0}" srcOrd="3" destOrd="0" parTransId="{DCB7F528-AE9E-4F5C-AD28-30352E63A0C6}" sibTransId="{E366184E-EEC5-415E-9C18-BD3AE94104DD}"/>
    <dgm:cxn modelId="{0F404E96-9AD2-4132-BDC9-B3A8A826DF61}" type="presOf" srcId="{A0519434-CF58-4790-8E9E-DC53341B90BA}" destId="{6AEF56CE-F848-4F11-B983-C1B5252BEFD0}" srcOrd="0" destOrd="0" presId="urn:microsoft.com/office/officeart/2005/8/layout/matrix2"/>
    <dgm:cxn modelId="{290DF8BD-EF29-4DFB-8860-35F7432AFC6C}" srcId="{39986A2A-046D-4814-9875-38FC112088D7}" destId="{BF2AC2F5-0897-4C74-815D-0DE01625AE38}" srcOrd="1" destOrd="0" parTransId="{1C6A2878-0943-4B84-A7A1-ED7E0476D3E9}" sibTransId="{40E635D2-71F4-49E7-A5B8-7B84185D38A2}"/>
    <dgm:cxn modelId="{49BDCAC7-ECDE-4EB1-9F29-BEBC1A705BB0}" srcId="{39986A2A-046D-4814-9875-38FC112088D7}" destId="{A0519434-CF58-4790-8E9E-DC53341B90BA}" srcOrd="2" destOrd="0" parTransId="{7EB3ED58-A103-4A9B-BA63-214BC1859761}" sibTransId="{B0D50FB5-D0A8-41AA-86E8-EE25E8FDC49C}"/>
    <dgm:cxn modelId="{16DD6DCF-6840-4B85-8450-D46279748C9B}" srcId="{39986A2A-046D-4814-9875-38FC112088D7}" destId="{BED51497-C386-4F35-8E15-6D864FF5A6F1}" srcOrd="0" destOrd="0" parTransId="{EB39C6C8-C1EA-4EAE-926A-A4D60673B9F8}" sibTransId="{95F9B617-4016-4BE7-9C95-16FA01E545CE}"/>
    <dgm:cxn modelId="{D20A09D3-E5D0-421D-8048-3580B74B72BF}" type="presOf" srcId="{31A23320-B86F-4600-BB00-BAD0921BACA0}" destId="{AD3BEB38-CE5C-41F6-8E09-3C6C9378ACFD}" srcOrd="0" destOrd="0" presId="urn:microsoft.com/office/officeart/2005/8/layout/matrix2"/>
    <dgm:cxn modelId="{0543BADA-B584-45FB-89D9-2FFBDD47B6C1}" type="presParOf" srcId="{3332E9C4-0D5C-4622-94EB-DF86D6E37EE4}" destId="{E7ABABE8-3409-4995-A335-C0CCAEB9E221}" srcOrd="0" destOrd="0" presId="urn:microsoft.com/office/officeart/2005/8/layout/matrix2"/>
    <dgm:cxn modelId="{80A1AF07-D4A9-4C29-8A30-D9B80608E844}" type="presParOf" srcId="{3332E9C4-0D5C-4622-94EB-DF86D6E37EE4}" destId="{4A593193-A150-4D61-8A41-0F0EDB07F88E}" srcOrd="1" destOrd="0" presId="urn:microsoft.com/office/officeart/2005/8/layout/matrix2"/>
    <dgm:cxn modelId="{D3D11683-6343-4B4A-A03A-4FE081C32319}" type="presParOf" srcId="{3332E9C4-0D5C-4622-94EB-DF86D6E37EE4}" destId="{63149FBA-0EA9-4047-B8F1-505578F05A82}" srcOrd="2" destOrd="0" presId="urn:microsoft.com/office/officeart/2005/8/layout/matrix2"/>
    <dgm:cxn modelId="{0FA24FF4-0EFD-4BDB-B397-C97D19488B8F}" type="presParOf" srcId="{3332E9C4-0D5C-4622-94EB-DF86D6E37EE4}" destId="{6AEF56CE-F848-4F11-B983-C1B5252BEFD0}" srcOrd="3" destOrd="0" presId="urn:microsoft.com/office/officeart/2005/8/layout/matrix2"/>
    <dgm:cxn modelId="{9CDE93D2-501A-45B9-8290-336CE2C00BE0}" type="presParOf" srcId="{3332E9C4-0D5C-4622-94EB-DF86D6E37EE4}" destId="{AD3BEB38-CE5C-41F6-8E09-3C6C9378ACFD}" srcOrd="4" destOrd="0" presId="urn:microsoft.com/office/officeart/2005/8/layout/matrix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B1258EB3-E9FB-464C-9ABD-EC5159C54DDE}" type="doc">
      <dgm:prSet loTypeId="urn:microsoft.com/office/officeart/2009/3/layout/HorizontalOrganizationChart" loCatId="hierarchy" qsTypeId="urn:microsoft.com/office/officeart/2005/8/quickstyle/simple5" qsCatId="simple" csTypeId="urn:microsoft.com/office/officeart/2005/8/colors/colorful1" csCatId="colorful"/>
      <dgm:spPr/>
      <dgm:t>
        <a:bodyPr/>
        <a:lstStyle/>
        <a:p>
          <a:endParaRPr lang="en-US"/>
        </a:p>
      </dgm:t>
    </dgm:pt>
    <dgm:pt modelId="{DD6F3E4B-E3F4-415F-B6EA-11DFC7218460}">
      <dgm:prSet/>
      <dgm:spPr/>
      <dgm:t>
        <a:bodyPr/>
        <a:lstStyle/>
        <a:p>
          <a:r>
            <a:rPr lang="en-IN"/>
            <a:t>AD8232 AFE IC  Overview</a:t>
          </a:r>
          <a:endParaRPr lang="en-US"/>
        </a:p>
      </dgm:t>
    </dgm:pt>
    <dgm:pt modelId="{8297FE0C-0F5C-437D-B539-3AB7674B9D54}" type="parTrans" cxnId="{791506FC-CE89-4D1E-8021-F92C37ADB79C}">
      <dgm:prSet/>
      <dgm:spPr/>
      <dgm:t>
        <a:bodyPr/>
        <a:lstStyle/>
        <a:p>
          <a:endParaRPr lang="en-US"/>
        </a:p>
      </dgm:t>
    </dgm:pt>
    <dgm:pt modelId="{C2924D3B-DF13-43B9-B21C-A77A7797A644}" type="sibTrans" cxnId="{791506FC-CE89-4D1E-8021-F92C37ADB79C}">
      <dgm:prSet/>
      <dgm:spPr/>
      <dgm:t>
        <a:bodyPr/>
        <a:lstStyle/>
        <a:p>
          <a:endParaRPr lang="en-US"/>
        </a:p>
      </dgm:t>
    </dgm:pt>
    <dgm:pt modelId="{FA01B96A-4D19-4FD5-A458-FE5CA27DC781}">
      <dgm:prSet/>
      <dgm:spPr/>
      <dgm:t>
        <a:bodyPr/>
        <a:lstStyle/>
        <a:p>
          <a:r>
            <a:rPr lang="en-IN"/>
            <a:t>Internal HP/LP filtering  </a:t>
          </a:r>
          <a:endParaRPr lang="en-US"/>
        </a:p>
      </dgm:t>
    </dgm:pt>
    <dgm:pt modelId="{B6410930-7161-4DB4-9305-A7FB2A0EF53C}" type="parTrans" cxnId="{51BE2559-D327-4A32-8B75-BBC0F7889DB9}">
      <dgm:prSet/>
      <dgm:spPr/>
      <dgm:t>
        <a:bodyPr/>
        <a:lstStyle/>
        <a:p>
          <a:endParaRPr lang="en-US"/>
        </a:p>
      </dgm:t>
    </dgm:pt>
    <dgm:pt modelId="{FE6B7128-5473-4C9B-8A64-2D4376E7529D}" type="sibTrans" cxnId="{51BE2559-D327-4A32-8B75-BBC0F7889DB9}">
      <dgm:prSet/>
      <dgm:spPr/>
      <dgm:t>
        <a:bodyPr/>
        <a:lstStyle/>
        <a:p>
          <a:endParaRPr lang="en-US"/>
        </a:p>
      </dgm:t>
    </dgm:pt>
    <dgm:pt modelId="{D348F9D3-7FC9-495A-B24C-6A86A4406100}">
      <dgm:prSet/>
      <dgm:spPr/>
      <dgm:t>
        <a:bodyPr/>
        <a:lstStyle/>
        <a:p>
          <a:r>
            <a:rPr lang="en-IN"/>
            <a:t>High-Pass Filter (HPF): ~0.5Hz</a:t>
          </a:r>
          <a:endParaRPr lang="en-US"/>
        </a:p>
      </dgm:t>
    </dgm:pt>
    <dgm:pt modelId="{1ABECEED-BEB8-45B7-A090-10DE2B293008}" type="parTrans" cxnId="{DB5FCDFD-1587-4598-8DA8-F0AFE75BBD48}">
      <dgm:prSet/>
      <dgm:spPr/>
      <dgm:t>
        <a:bodyPr/>
        <a:lstStyle/>
        <a:p>
          <a:endParaRPr lang="en-US"/>
        </a:p>
      </dgm:t>
    </dgm:pt>
    <dgm:pt modelId="{8006ECF4-98C8-4C77-B7C5-CA83F5015CD6}" type="sibTrans" cxnId="{DB5FCDFD-1587-4598-8DA8-F0AFE75BBD48}">
      <dgm:prSet/>
      <dgm:spPr/>
      <dgm:t>
        <a:bodyPr/>
        <a:lstStyle/>
        <a:p>
          <a:endParaRPr lang="en-US"/>
        </a:p>
      </dgm:t>
    </dgm:pt>
    <dgm:pt modelId="{D7AA9B96-8718-4DA9-87A3-69FFA9A135D9}">
      <dgm:prSet/>
      <dgm:spPr/>
      <dgm:t>
        <a:bodyPr/>
        <a:lstStyle/>
        <a:p>
          <a:r>
            <a:rPr lang="en-IN"/>
            <a:t>Low-Pass Filter (LPF): ~40Hz</a:t>
          </a:r>
          <a:endParaRPr lang="en-US"/>
        </a:p>
      </dgm:t>
    </dgm:pt>
    <dgm:pt modelId="{9ABAED6F-8F3D-45E2-B13F-16E51023B7EA}" type="parTrans" cxnId="{F04EAF96-95FD-4ACF-9112-336720808ABF}">
      <dgm:prSet/>
      <dgm:spPr/>
      <dgm:t>
        <a:bodyPr/>
        <a:lstStyle/>
        <a:p>
          <a:endParaRPr lang="en-US"/>
        </a:p>
      </dgm:t>
    </dgm:pt>
    <dgm:pt modelId="{430EAC86-5B22-4F57-A650-E197E3098F21}" type="sibTrans" cxnId="{F04EAF96-95FD-4ACF-9112-336720808ABF}">
      <dgm:prSet/>
      <dgm:spPr/>
      <dgm:t>
        <a:bodyPr/>
        <a:lstStyle/>
        <a:p>
          <a:endParaRPr lang="en-US"/>
        </a:p>
      </dgm:t>
    </dgm:pt>
    <dgm:pt modelId="{A84EBEE9-2BAF-46F5-9D89-CF0A98B522EF}">
      <dgm:prSet/>
      <dgm:spPr/>
      <dgm:t>
        <a:bodyPr/>
        <a:lstStyle/>
        <a:p>
          <a:r>
            <a:rPr lang="en-IN"/>
            <a:t>External LP (1k</a:t>
          </a:r>
          <a:r>
            <a:rPr lang="el-GR"/>
            <a:t>Ω + 10µ</a:t>
          </a:r>
          <a:r>
            <a:rPr lang="en-IN"/>
            <a:t>F RC)</a:t>
          </a:r>
          <a:endParaRPr lang="en-US"/>
        </a:p>
      </dgm:t>
    </dgm:pt>
    <dgm:pt modelId="{B19DA665-592E-4E1F-826B-78C0F9EACD1E}" type="parTrans" cxnId="{3484CAFE-B772-4E8D-8BD5-C13838975081}">
      <dgm:prSet/>
      <dgm:spPr/>
      <dgm:t>
        <a:bodyPr/>
        <a:lstStyle/>
        <a:p>
          <a:endParaRPr lang="en-US"/>
        </a:p>
      </dgm:t>
    </dgm:pt>
    <dgm:pt modelId="{F92ED198-2774-4C32-B2B0-87DD8D623ADD}" type="sibTrans" cxnId="{3484CAFE-B772-4E8D-8BD5-C13838975081}">
      <dgm:prSet/>
      <dgm:spPr/>
      <dgm:t>
        <a:bodyPr/>
        <a:lstStyle/>
        <a:p>
          <a:endParaRPr lang="en-US"/>
        </a:p>
      </dgm:t>
    </dgm:pt>
    <dgm:pt modelId="{C6A5C379-89BA-4D03-B5A2-530BCBFBD230}">
      <dgm:prSet/>
      <dgm:spPr/>
      <dgm:t>
        <a:bodyPr/>
        <a:lstStyle/>
        <a:p>
          <a:r>
            <a:rPr lang="en-IN"/>
            <a:t>Attenuate 50Hz power-line noise</a:t>
          </a:r>
          <a:endParaRPr lang="en-US"/>
        </a:p>
      </dgm:t>
    </dgm:pt>
    <dgm:pt modelId="{ECE91C2B-6FFE-447B-8DF2-CF8622B6D107}" type="parTrans" cxnId="{EFC0F77B-FF4C-42AF-B47A-6A2240CC45B5}">
      <dgm:prSet/>
      <dgm:spPr/>
      <dgm:t>
        <a:bodyPr/>
        <a:lstStyle/>
        <a:p>
          <a:endParaRPr lang="en-US"/>
        </a:p>
      </dgm:t>
    </dgm:pt>
    <dgm:pt modelId="{25D32C91-F7E7-4604-A197-6BD0CCD24292}" type="sibTrans" cxnId="{EFC0F77B-FF4C-42AF-B47A-6A2240CC45B5}">
      <dgm:prSet/>
      <dgm:spPr/>
      <dgm:t>
        <a:bodyPr/>
        <a:lstStyle/>
        <a:p>
          <a:endParaRPr lang="en-US"/>
        </a:p>
      </dgm:t>
    </dgm:pt>
    <dgm:pt modelId="{7D74E366-01B4-4093-9996-41F4B334B898}">
      <dgm:prSet/>
      <dgm:spPr/>
      <dgm:t>
        <a:bodyPr/>
        <a:lstStyle/>
        <a:p>
          <a:r>
            <a:rPr lang="en-IN"/>
            <a:t>Output swing: ~1Vpp </a:t>
          </a:r>
          <a:endParaRPr lang="en-US"/>
        </a:p>
      </dgm:t>
    </dgm:pt>
    <dgm:pt modelId="{07B6A988-B965-446A-AA9A-DCD1E423EF6A}" type="parTrans" cxnId="{E7EDD092-368F-4FAD-8F87-D2C4B4CE17F6}">
      <dgm:prSet/>
      <dgm:spPr/>
      <dgm:t>
        <a:bodyPr/>
        <a:lstStyle/>
        <a:p>
          <a:endParaRPr lang="en-US"/>
        </a:p>
      </dgm:t>
    </dgm:pt>
    <dgm:pt modelId="{695F6FAA-85DC-445A-87C4-21A3C5A02705}" type="sibTrans" cxnId="{E7EDD092-368F-4FAD-8F87-D2C4B4CE17F6}">
      <dgm:prSet/>
      <dgm:spPr/>
      <dgm:t>
        <a:bodyPr/>
        <a:lstStyle/>
        <a:p>
          <a:endParaRPr lang="en-US"/>
        </a:p>
      </dgm:t>
    </dgm:pt>
    <dgm:pt modelId="{A998A001-BF26-4222-81BD-2A051348A71B}" type="pres">
      <dgm:prSet presAssocID="{B1258EB3-E9FB-464C-9ABD-EC5159C54DDE}" presName="hierChild1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0D8DC5ED-9792-4553-89E4-399E6B1726EB}" type="pres">
      <dgm:prSet presAssocID="{DD6F3E4B-E3F4-415F-B6EA-11DFC7218460}" presName="hierRoot1" presStyleCnt="0">
        <dgm:presLayoutVars>
          <dgm:hierBranch val="init"/>
        </dgm:presLayoutVars>
      </dgm:prSet>
      <dgm:spPr/>
    </dgm:pt>
    <dgm:pt modelId="{B64CEA93-A398-44C0-992F-5E0B0B4E1351}" type="pres">
      <dgm:prSet presAssocID="{DD6F3E4B-E3F4-415F-B6EA-11DFC7218460}" presName="rootComposite1" presStyleCnt="0"/>
      <dgm:spPr/>
    </dgm:pt>
    <dgm:pt modelId="{646EC45E-FBEB-4B97-9161-F6E7970F9F97}" type="pres">
      <dgm:prSet presAssocID="{DD6F3E4B-E3F4-415F-B6EA-11DFC7218460}" presName="rootText1" presStyleLbl="node0" presStyleIdx="0" presStyleCnt="4">
        <dgm:presLayoutVars>
          <dgm:chPref val="3"/>
        </dgm:presLayoutVars>
      </dgm:prSet>
      <dgm:spPr/>
    </dgm:pt>
    <dgm:pt modelId="{1DCC1892-B23F-42D1-AC9C-38082C0C5AB5}" type="pres">
      <dgm:prSet presAssocID="{DD6F3E4B-E3F4-415F-B6EA-11DFC7218460}" presName="rootConnector1" presStyleLbl="node1" presStyleIdx="0" presStyleCnt="0"/>
      <dgm:spPr/>
    </dgm:pt>
    <dgm:pt modelId="{2F1E85CA-BBCD-4952-B9AE-FD689987A564}" type="pres">
      <dgm:prSet presAssocID="{DD6F3E4B-E3F4-415F-B6EA-11DFC7218460}" presName="hierChild2" presStyleCnt="0"/>
      <dgm:spPr/>
    </dgm:pt>
    <dgm:pt modelId="{481F6228-B002-4517-B92E-38E7F849C63B}" type="pres">
      <dgm:prSet presAssocID="{DD6F3E4B-E3F4-415F-B6EA-11DFC7218460}" presName="hierChild3" presStyleCnt="0"/>
      <dgm:spPr/>
    </dgm:pt>
    <dgm:pt modelId="{DD740A7A-DA09-497F-A32E-DB5803C642B6}" type="pres">
      <dgm:prSet presAssocID="{FA01B96A-4D19-4FD5-A458-FE5CA27DC781}" presName="hierRoot1" presStyleCnt="0">
        <dgm:presLayoutVars>
          <dgm:hierBranch val="init"/>
        </dgm:presLayoutVars>
      </dgm:prSet>
      <dgm:spPr/>
    </dgm:pt>
    <dgm:pt modelId="{2C210A3D-EBC1-4F4A-AEA4-97DAD01A13D6}" type="pres">
      <dgm:prSet presAssocID="{FA01B96A-4D19-4FD5-A458-FE5CA27DC781}" presName="rootComposite1" presStyleCnt="0"/>
      <dgm:spPr/>
    </dgm:pt>
    <dgm:pt modelId="{B1D59100-1261-4264-8458-CD9988B473C5}" type="pres">
      <dgm:prSet presAssocID="{FA01B96A-4D19-4FD5-A458-FE5CA27DC781}" presName="rootText1" presStyleLbl="node0" presStyleIdx="1" presStyleCnt="4">
        <dgm:presLayoutVars>
          <dgm:chPref val="3"/>
        </dgm:presLayoutVars>
      </dgm:prSet>
      <dgm:spPr/>
    </dgm:pt>
    <dgm:pt modelId="{A1C694B1-FBB3-4CFA-B08E-D95CCA484ED5}" type="pres">
      <dgm:prSet presAssocID="{FA01B96A-4D19-4FD5-A458-FE5CA27DC781}" presName="rootConnector1" presStyleLbl="node1" presStyleIdx="0" presStyleCnt="0"/>
      <dgm:spPr/>
    </dgm:pt>
    <dgm:pt modelId="{118F7AFE-5A75-4323-B6F4-6D50ED4DF59E}" type="pres">
      <dgm:prSet presAssocID="{FA01B96A-4D19-4FD5-A458-FE5CA27DC781}" presName="hierChild2" presStyleCnt="0"/>
      <dgm:spPr/>
    </dgm:pt>
    <dgm:pt modelId="{6331F421-1CDA-4DAE-AB1F-1A39EC59539D}" type="pres">
      <dgm:prSet presAssocID="{1ABECEED-BEB8-45B7-A090-10DE2B293008}" presName="Name64" presStyleLbl="parChTrans1D2" presStyleIdx="0" presStyleCnt="3"/>
      <dgm:spPr/>
    </dgm:pt>
    <dgm:pt modelId="{E55726A5-D0AD-40AD-9521-A222936BDCAF}" type="pres">
      <dgm:prSet presAssocID="{D348F9D3-7FC9-495A-B24C-6A86A4406100}" presName="hierRoot2" presStyleCnt="0">
        <dgm:presLayoutVars>
          <dgm:hierBranch val="init"/>
        </dgm:presLayoutVars>
      </dgm:prSet>
      <dgm:spPr/>
    </dgm:pt>
    <dgm:pt modelId="{B19C7FFD-AD85-4172-95DF-E8398D8BC055}" type="pres">
      <dgm:prSet presAssocID="{D348F9D3-7FC9-495A-B24C-6A86A4406100}" presName="rootComposite" presStyleCnt="0"/>
      <dgm:spPr/>
    </dgm:pt>
    <dgm:pt modelId="{2F0159BD-8E6D-42C8-A1FA-F322BFF9F006}" type="pres">
      <dgm:prSet presAssocID="{D348F9D3-7FC9-495A-B24C-6A86A4406100}" presName="rootText" presStyleLbl="node2" presStyleIdx="0" presStyleCnt="3">
        <dgm:presLayoutVars>
          <dgm:chPref val="3"/>
        </dgm:presLayoutVars>
      </dgm:prSet>
      <dgm:spPr/>
    </dgm:pt>
    <dgm:pt modelId="{512D2765-F05F-437B-8CF4-7CD9CA4181EB}" type="pres">
      <dgm:prSet presAssocID="{D348F9D3-7FC9-495A-B24C-6A86A4406100}" presName="rootConnector" presStyleLbl="node2" presStyleIdx="0" presStyleCnt="3"/>
      <dgm:spPr/>
    </dgm:pt>
    <dgm:pt modelId="{F22A35D5-B421-4B64-838C-53529F669385}" type="pres">
      <dgm:prSet presAssocID="{D348F9D3-7FC9-495A-B24C-6A86A4406100}" presName="hierChild4" presStyleCnt="0"/>
      <dgm:spPr/>
    </dgm:pt>
    <dgm:pt modelId="{5A16435D-C1F7-41C4-A4E9-F7C762A064C6}" type="pres">
      <dgm:prSet presAssocID="{D348F9D3-7FC9-495A-B24C-6A86A4406100}" presName="hierChild5" presStyleCnt="0"/>
      <dgm:spPr/>
    </dgm:pt>
    <dgm:pt modelId="{CB69DD4E-578D-4112-AF14-7514BDCF39AE}" type="pres">
      <dgm:prSet presAssocID="{9ABAED6F-8F3D-45E2-B13F-16E51023B7EA}" presName="Name64" presStyleLbl="parChTrans1D2" presStyleIdx="1" presStyleCnt="3"/>
      <dgm:spPr/>
    </dgm:pt>
    <dgm:pt modelId="{8CE90AA1-4B74-4F8E-B42B-210DB46657D7}" type="pres">
      <dgm:prSet presAssocID="{D7AA9B96-8718-4DA9-87A3-69FFA9A135D9}" presName="hierRoot2" presStyleCnt="0">
        <dgm:presLayoutVars>
          <dgm:hierBranch val="init"/>
        </dgm:presLayoutVars>
      </dgm:prSet>
      <dgm:spPr/>
    </dgm:pt>
    <dgm:pt modelId="{688FF6D2-A28A-4FBD-B92B-5AD884E15451}" type="pres">
      <dgm:prSet presAssocID="{D7AA9B96-8718-4DA9-87A3-69FFA9A135D9}" presName="rootComposite" presStyleCnt="0"/>
      <dgm:spPr/>
    </dgm:pt>
    <dgm:pt modelId="{1C06868D-2082-42B7-94D3-B16DBA13CD6A}" type="pres">
      <dgm:prSet presAssocID="{D7AA9B96-8718-4DA9-87A3-69FFA9A135D9}" presName="rootText" presStyleLbl="node2" presStyleIdx="1" presStyleCnt="3">
        <dgm:presLayoutVars>
          <dgm:chPref val="3"/>
        </dgm:presLayoutVars>
      </dgm:prSet>
      <dgm:spPr/>
    </dgm:pt>
    <dgm:pt modelId="{53AC429C-DFA4-46D3-90BC-96E8D29B6AB7}" type="pres">
      <dgm:prSet presAssocID="{D7AA9B96-8718-4DA9-87A3-69FFA9A135D9}" presName="rootConnector" presStyleLbl="node2" presStyleIdx="1" presStyleCnt="3"/>
      <dgm:spPr/>
    </dgm:pt>
    <dgm:pt modelId="{EFCB06B6-8499-4F95-8E6F-22E690405F24}" type="pres">
      <dgm:prSet presAssocID="{D7AA9B96-8718-4DA9-87A3-69FFA9A135D9}" presName="hierChild4" presStyleCnt="0"/>
      <dgm:spPr/>
    </dgm:pt>
    <dgm:pt modelId="{9D6C7438-3262-441F-ABDD-914C50B550FC}" type="pres">
      <dgm:prSet presAssocID="{D7AA9B96-8718-4DA9-87A3-69FFA9A135D9}" presName="hierChild5" presStyleCnt="0"/>
      <dgm:spPr/>
    </dgm:pt>
    <dgm:pt modelId="{C81F97C9-4794-4243-A02A-A59EBB76CDB5}" type="pres">
      <dgm:prSet presAssocID="{FA01B96A-4D19-4FD5-A458-FE5CA27DC781}" presName="hierChild3" presStyleCnt="0"/>
      <dgm:spPr/>
    </dgm:pt>
    <dgm:pt modelId="{41C02FDC-79AA-4331-BD5E-7940F578D56C}" type="pres">
      <dgm:prSet presAssocID="{A84EBEE9-2BAF-46F5-9D89-CF0A98B522EF}" presName="hierRoot1" presStyleCnt="0">
        <dgm:presLayoutVars>
          <dgm:hierBranch val="init"/>
        </dgm:presLayoutVars>
      </dgm:prSet>
      <dgm:spPr/>
    </dgm:pt>
    <dgm:pt modelId="{17274309-C55C-461E-B059-065A5DEE857E}" type="pres">
      <dgm:prSet presAssocID="{A84EBEE9-2BAF-46F5-9D89-CF0A98B522EF}" presName="rootComposite1" presStyleCnt="0"/>
      <dgm:spPr/>
    </dgm:pt>
    <dgm:pt modelId="{0B122661-5668-4526-8B56-D4EC340F942A}" type="pres">
      <dgm:prSet presAssocID="{A84EBEE9-2BAF-46F5-9D89-CF0A98B522EF}" presName="rootText1" presStyleLbl="node0" presStyleIdx="2" presStyleCnt="4">
        <dgm:presLayoutVars>
          <dgm:chPref val="3"/>
        </dgm:presLayoutVars>
      </dgm:prSet>
      <dgm:spPr/>
    </dgm:pt>
    <dgm:pt modelId="{F8944643-6A02-4547-9ED8-47575653880C}" type="pres">
      <dgm:prSet presAssocID="{A84EBEE9-2BAF-46F5-9D89-CF0A98B522EF}" presName="rootConnector1" presStyleLbl="node1" presStyleIdx="0" presStyleCnt="0"/>
      <dgm:spPr/>
    </dgm:pt>
    <dgm:pt modelId="{017A70D3-FCD0-4D2A-8C59-A13875E7EC3F}" type="pres">
      <dgm:prSet presAssocID="{A84EBEE9-2BAF-46F5-9D89-CF0A98B522EF}" presName="hierChild2" presStyleCnt="0"/>
      <dgm:spPr/>
    </dgm:pt>
    <dgm:pt modelId="{90DBDA16-2DB7-4BE0-9900-813C128D03C9}" type="pres">
      <dgm:prSet presAssocID="{ECE91C2B-6FFE-447B-8DF2-CF8622B6D107}" presName="Name64" presStyleLbl="parChTrans1D2" presStyleIdx="2" presStyleCnt="3"/>
      <dgm:spPr/>
    </dgm:pt>
    <dgm:pt modelId="{9C742E66-831B-4CD0-938D-FE8CEDB3B359}" type="pres">
      <dgm:prSet presAssocID="{C6A5C379-89BA-4D03-B5A2-530BCBFBD230}" presName="hierRoot2" presStyleCnt="0">
        <dgm:presLayoutVars>
          <dgm:hierBranch val="init"/>
        </dgm:presLayoutVars>
      </dgm:prSet>
      <dgm:spPr/>
    </dgm:pt>
    <dgm:pt modelId="{9581DB4C-0F32-4DD1-9281-B9FDE8B31205}" type="pres">
      <dgm:prSet presAssocID="{C6A5C379-89BA-4D03-B5A2-530BCBFBD230}" presName="rootComposite" presStyleCnt="0"/>
      <dgm:spPr/>
    </dgm:pt>
    <dgm:pt modelId="{68DED247-20B2-4123-9AFB-6FD0583A82C0}" type="pres">
      <dgm:prSet presAssocID="{C6A5C379-89BA-4D03-B5A2-530BCBFBD230}" presName="rootText" presStyleLbl="node2" presStyleIdx="2" presStyleCnt="3">
        <dgm:presLayoutVars>
          <dgm:chPref val="3"/>
        </dgm:presLayoutVars>
      </dgm:prSet>
      <dgm:spPr/>
    </dgm:pt>
    <dgm:pt modelId="{7E0C91A3-03A8-4658-BC9C-E45F0AA27EBF}" type="pres">
      <dgm:prSet presAssocID="{C6A5C379-89BA-4D03-B5A2-530BCBFBD230}" presName="rootConnector" presStyleLbl="node2" presStyleIdx="2" presStyleCnt="3"/>
      <dgm:spPr/>
    </dgm:pt>
    <dgm:pt modelId="{20EB728E-9BD7-46A8-9EDF-A00FBAA5FD33}" type="pres">
      <dgm:prSet presAssocID="{C6A5C379-89BA-4D03-B5A2-530BCBFBD230}" presName="hierChild4" presStyleCnt="0"/>
      <dgm:spPr/>
    </dgm:pt>
    <dgm:pt modelId="{54430194-F75C-4F2F-B1AC-D5007876D29D}" type="pres">
      <dgm:prSet presAssocID="{C6A5C379-89BA-4D03-B5A2-530BCBFBD230}" presName="hierChild5" presStyleCnt="0"/>
      <dgm:spPr/>
    </dgm:pt>
    <dgm:pt modelId="{BB91A63A-7E70-4E6B-B7CD-C2325DE43566}" type="pres">
      <dgm:prSet presAssocID="{A84EBEE9-2BAF-46F5-9D89-CF0A98B522EF}" presName="hierChild3" presStyleCnt="0"/>
      <dgm:spPr/>
    </dgm:pt>
    <dgm:pt modelId="{A0F07CA9-88EA-4956-8BF8-02617B2719F8}" type="pres">
      <dgm:prSet presAssocID="{7D74E366-01B4-4093-9996-41F4B334B898}" presName="hierRoot1" presStyleCnt="0">
        <dgm:presLayoutVars>
          <dgm:hierBranch val="init"/>
        </dgm:presLayoutVars>
      </dgm:prSet>
      <dgm:spPr/>
    </dgm:pt>
    <dgm:pt modelId="{5A3B3FE0-7708-4B42-B6B9-A7AF6031C41E}" type="pres">
      <dgm:prSet presAssocID="{7D74E366-01B4-4093-9996-41F4B334B898}" presName="rootComposite1" presStyleCnt="0"/>
      <dgm:spPr/>
    </dgm:pt>
    <dgm:pt modelId="{8C13F861-0A05-43B5-8C03-E534C94BE594}" type="pres">
      <dgm:prSet presAssocID="{7D74E366-01B4-4093-9996-41F4B334B898}" presName="rootText1" presStyleLbl="node0" presStyleIdx="3" presStyleCnt="4">
        <dgm:presLayoutVars>
          <dgm:chPref val="3"/>
        </dgm:presLayoutVars>
      </dgm:prSet>
      <dgm:spPr/>
    </dgm:pt>
    <dgm:pt modelId="{7FCEF025-0ECE-4032-AF5B-AC8DC6521C9B}" type="pres">
      <dgm:prSet presAssocID="{7D74E366-01B4-4093-9996-41F4B334B898}" presName="rootConnector1" presStyleLbl="node1" presStyleIdx="0" presStyleCnt="0"/>
      <dgm:spPr/>
    </dgm:pt>
    <dgm:pt modelId="{E8B83BB7-DA50-47AB-8B00-04A75681DC69}" type="pres">
      <dgm:prSet presAssocID="{7D74E366-01B4-4093-9996-41F4B334B898}" presName="hierChild2" presStyleCnt="0"/>
      <dgm:spPr/>
    </dgm:pt>
    <dgm:pt modelId="{0DD114DB-F233-49D3-BA5E-FEF478543D49}" type="pres">
      <dgm:prSet presAssocID="{7D74E366-01B4-4093-9996-41F4B334B898}" presName="hierChild3" presStyleCnt="0"/>
      <dgm:spPr/>
    </dgm:pt>
  </dgm:ptLst>
  <dgm:cxnLst>
    <dgm:cxn modelId="{13C63905-506E-4AF4-BD7D-F6DBB961F8DA}" type="presOf" srcId="{9ABAED6F-8F3D-45E2-B13F-16E51023B7EA}" destId="{CB69DD4E-578D-4112-AF14-7514BDCF39AE}" srcOrd="0" destOrd="0" presId="urn:microsoft.com/office/officeart/2009/3/layout/HorizontalOrganizationChart"/>
    <dgm:cxn modelId="{FE22D112-4C28-432C-BA61-ECC4FF7C13D9}" type="presOf" srcId="{ECE91C2B-6FFE-447B-8DF2-CF8622B6D107}" destId="{90DBDA16-2DB7-4BE0-9900-813C128D03C9}" srcOrd="0" destOrd="0" presId="urn:microsoft.com/office/officeart/2009/3/layout/HorizontalOrganizationChart"/>
    <dgm:cxn modelId="{A5AEF418-4B84-40B2-B0A5-11E740037CD0}" type="presOf" srcId="{DD6F3E4B-E3F4-415F-B6EA-11DFC7218460}" destId="{1DCC1892-B23F-42D1-AC9C-38082C0C5AB5}" srcOrd="1" destOrd="0" presId="urn:microsoft.com/office/officeart/2009/3/layout/HorizontalOrganizationChart"/>
    <dgm:cxn modelId="{3D5BBA1E-C995-490C-993E-16045EC648B8}" type="presOf" srcId="{C6A5C379-89BA-4D03-B5A2-530BCBFBD230}" destId="{68DED247-20B2-4123-9AFB-6FD0583A82C0}" srcOrd="0" destOrd="0" presId="urn:microsoft.com/office/officeart/2009/3/layout/HorizontalOrganizationChart"/>
    <dgm:cxn modelId="{3120FC22-4503-4446-8EB9-6563BA3A5125}" type="presOf" srcId="{FA01B96A-4D19-4FD5-A458-FE5CA27DC781}" destId="{A1C694B1-FBB3-4CFA-B08E-D95CCA484ED5}" srcOrd="1" destOrd="0" presId="urn:microsoft.com/office/officeart/2009/3/layout/HorizontalOrganizationChart"/>
    <dgm:cxn modelId="{010D922B-1193-471D-A259-DDBFE6A1C648}" type="presOf" srcId="{C6A5C379-89BA-4D03-B5A2-530BCBFBD230}" destId="{7E0C91A3-03A8-4658-BC9C-E45F0AA27EBF}" srcOrd="1" destOrd="0" presId="urn:microsoft.com/office/officeart/2009/3/layout/HorizontalOrganizationChart"/>
    <dgm:cxn modelId="{2F91105B-598B-47BE-9673-A093F1BF2996}" type="presOf" srcId="{7D74E366-01B4-4093-9996-41F4B334B898}" destId="{8C13F861-0A05-43B5-8C03-E534C94BE594}" srcOrd="0" destOrd="0" presId="urn:microsoft.com/office/officeart/2009/3/layout/HorizontalOrganizationChart"/>
    <dgm:cxn modelId="{6502B167-BB3F-467E-95B3-D9A3B941DAE2}" type="presOf" srcId="{D7AA9B96-8718-4DA9-87A3-69FFA9A135D9}" destId="{53AC429C-DFA4-46D3-90BC-96E8D29B6AB7}" srcOrd="1" destOrd="0" presId="urn:microsoft.com/office/officeart/2009/3/layout/HorizontalOrganizationChart"/>
    <dgm:cxn modelId="{51BE2559-D327-4A32-8B75-BBC0F7889DB9}" srcId="{B1258EB3-E9FB-464C-9ABD-EC5159C54DDE}" destId="{FA01B96A-4D19-4FD5-A458-FE5CA27DC781}" srcOrd="1" destOrd="0" parTransId="{B6410930-7161-4DB4-9305-A7FB2A0EF53C}" sibTransId="{FE6B7128-5473-4C9B-8A64-2D4376E7529D}"/>
    <dgm:cxn modelId="{EFC0F77B-FF4C-42AF-B47A-6A2240CC45B5}" srcId="{A84EBEE9-2BAF-46F5-9D89-CF0A98B522EF}" destId="{C6A5C379-89BA-4D03-B5A2-530BCBFBD230}" srcOrd="0" destOrd="0" parTransId="{ECE91C2B-6FFE-447B-8DF2-CF8622B6D107}" sibTransId="{25D32C91-F7E7-4604-A197-6BD0CCD24292}"/>
    <dgm:cxn modelId="{58989D82-B3A9-417F-8557-C773C927521A}" type="presOf" srcId="{A84EBEE9-2BAF-46F5-9D89-CF0A98B522EF}" destId="{0B122661-5668-4526-8B56-D4EC340F942A}" srcOrd="0" destOrd="0" presId="urn:microsoft.com/office/officeart/2009/3/layout/HorizontalOrganizationChart"/>
    <dgm:cxn modelId="{E7EDD092-368F-4FAD-8F87-D2C4B4CE17F6}" srcId="{B1258EB3-E9FB-464C-9ABD-EC5159C54DDE}" destId="{7D74E366-01B4-4093-9996-41F4B334B898}" srcOrd="3" destOrd="0" parTransId="{07B6A988-B965-446A-AA9A-DCD1E423EF6A}" sibTransId="{695F6FAA-85DC-445A-87C4-21A3C5A02705}"/>
    <dgm:cxn modelId="{F04EAF96-95FD-4ACF-9112-336720808ABF}" srcId="{FA01B96A-4D19-4FD5-A458-FE5CA27DC781}" destId="{D7AA9B96-8718-4DA9-87A3-69FFA9A135D9}" srcOrd="1" destOrd="0" parTransId="{9ABAED6F-8F3D-45E2-B13F-16E51023B7EA}" sibTransId="{430EAC86-5B22-4F57-A650-E197E3098F21}"/>
    <dgm:cxn modelId="{6F17889B-4A40-464C-A07A-F48CDA25817F}" type="presOf" srcId="{1ABECEED-BEB8-45B7-A090-10DE2B293008}" destId="{6331F421-1CDA-4DAE-AB1F-1A39EC59539D}" srcOrd="0" destOrd="0" presId="urn:microsoft.com/office/officeart/2009/3/layout/HorizontalOrganizationChart"/>
    <dgm:cxn modelId="{60796CAA-FEE3-432E-A05E-4404C2ED98EF}" type="presOf" srcId="{A84EBEE9-2BAF-46F5-9D89-CF0A98B522EF}" destId="{F8944643-6A02-4547-9ED8-47575653880C}" srcOrd="1" destOrd="0" presId="urn:microsoft.com/office/officeart/2009/3/layout/HorizontalOrganizationChart"/>
    <dgm:cxn modelId="{6B9DBDAC-CEB5-46DE-A1EA-0756E0F4E049}" type="presOf" srcId="{7D74E366-01B4-4093-9996-41F4B334B898}" destId="{7FCEF025-0ECE-4032-AF5B-AC8DC6521C9B}" srcOrd="1" destOrd="0" presId="urn:microsoft.com/office/officeart/2009/3/layout/HorizontalOrganizationChart"/>
    <dgm:cxn modelId="{98CD29B8-3754-4B00-8D5A-E514D8A31DFA}" type="presOf" srcId="{D7AA9B96-8718-4DA9-87A3-69FFA9A135D9}" destId="{1C06868D-2082-42B7-94D3-B16DBA13CD6A}" srcOrd="0" destOrd="0" presId="urn:microsoft.com/office/officeart/2009/3/layout/HorizontalOrganizationChart"/>
    <dgm:cxn modelId="{5F95FED4-BA27-45BA-9A9A-59D143449501}" type="presOf" srcId="{DD6F3E4B-E3F4-415F-B6EA-11DFC7218460}" destId="{646EC45E-FBEB-4B97-9161-F6E7970F9F97}" srcOrd="0" destOrd="0" presId="urn:microsoft.com/office/officeart/2009/3/layout/HorizontalOrganizationChart"/>
    <dgm:cxn modelId="{863C06E3-9DF8-4602-B7FE-F499F70941D6}" type="presOf" srcId="{D348F9D3-7FC9-495A-B24C-6A86A4406100}" destId="{512D2765-F05F-437B-8CF4-7CD9CA4181EB}" srcOrd="1" destOrd="0" presId="urn:microsoft.com/office/officeart/2009/3/layout/HorizontalOrganizationChart"/>
    <dgm:cxn modelId="{3660ABE4-0360-4C78-9438-2A977FDA0E78}" type="presOf" srcId="{B1258EB3-E9FB-464C-9ABD-EC5159C54DDE}" destId="{A998A001-BF26-4222-81BD-2A051348A71B}" srcOrd="0" destOrd="0" presId="urn:microsoft.com/office/officeart/2009/3/layout/HorizontalOrganizationChart"/>
    <dgm:cxn modelId="{773AB2EB-A856-4A81-BE90-6514CA353DB6}" type="presOf" srcId="{D348F9D3-7FC9-495A-B24C-6A86A4406100}" destId="{2F0159BD-8E6D-42C8-A1FA-F322BFF9F006}" srcOrd="0" destOrd="0" presId="urn:microsoft.com/office/officeart/2009/3/layout/HorizontalOrganizationChart"/>
    <dgm:cxn modelId="{B61D86F4-9E32-40FF-AFA4-06272D0CF0BF}" type="presOf" srcId="{FA01B96A-4D19-4FD5-A458-FE5CA27DC781}" destId="{B1D59100-1261-4264-8458-CD9988B473C5}" srcOrd="0" destOrd="0" presId="urn:microsoft.com/office/officeart/2009/3/layout/HorizontalOrganizationChart"/>
    <dgm:cxn modelId="{791506FC-CE89-4D1E-8021-F92C37ADB79C}" srcId="{B1258EB3-E9FB-464C-9ABD-EC5159C54DDE}" destId="{DD6F3E4B-E3F4-415F-B6EA-11DFC7218460}" srcOrd="0" destOrd="0" parTransId="{8297FE0C-0F5C-437D-B539-3AB7674B9D54}" sibTransId="{C2924D3B-DF13-43B9-B21C-A77A7797A644}"/>
    <dgm:cxn modelId="{DB5FCDFD-1587-4598-8DA8-F0AFE75BBD48}" srcId="{FA01B96A-4D19-4FD5-A458-FE5CA27DC781}" destId="{D348F9D3-7FC9-495A-B24C-6A86A4406100}" srcOrd="0" destOrd="0" parTransId="{1ABECEED-BEB8-45B7-A090-10DE2B293008}" sibTransId="{8006ECF4-98C8-4C77-B7C5-CA83F5015CD6}"/>
    <dgm:cxn modelId="{3484CAFE-B772-4E8D-8BD5-C13838975081}" srcId="{B1258EB3-E9FB-464C-9ABD-EC5159C54DDE}" destId="{A84EBEE9-2BAF-46F5-9D89-CF0A98B522EF}" srcOrd="2" destOrd="0" parTransId="{B19DA665-592E-4E1F-826B-78C0F9EACD1E}" sibTransId="{F92ED198-2774-4C32-B2B0-87DD8D623ADD}"/>
    <dgm:cxn modelId="{EA7D6628-7AF5-405B-9E81-C19A5A490CCF}" type="presParOf" srcId="{A998A001-BF26-4222-81BD-2A051348A71B}" destId="{0D8DC5ED-9792-4553-89E4-399E6B1726EB}" srcOrd="0" destOrd="0" presId="urn:microsoft.com/office/officeart/2009/3/layout/HorizontalOrganizationChart"/>
    <dgm:cxn modelId="{20422006-02CC-4399-8EE6-4F94EECFAD11}" type="presParOf" srcId="{0D8DC5ED-9792-4553-89E4-399E6B1726EB}" destId="{B64CEA93-A398-44C0-992F-5E0B0B4E1351}" srcOrd="0" destOrd="0" presId="urn:microsoft.com/office/officeart/2009/3/layout/HorizontalOrganizationChart"/>
    <dgm:cxn modelId="{23ECE320-2579-4F82-BD54-9A44F1D68A14}" type="presParOf" srcId="{B64CEA93-A398-44C0-992F-5E0B0B4E1351}" destId="{646EC45E-FBEB-4B97-9161-F6E7970F9F97}" srcOrd="0" destOrd="0" presId="urn:microsoft.com/office/officeart/2009/3/layout/HorizontalOrganizationChart"/>
    <dgm:cxn modelId="{FD14D0A0-81B8-4437-8926-E6E5EDE3475C}" type="presParOf" srcId="{B64CEA93-A398-44C0-992F-5E0B0B4E1351}" destId="{1DCC1892-B23F-42D1-AC9C-38082C0C5AB5}" srcOrd="1" destOrd="0" presId="urn:microsoft.com/office/officeart/2009/3/layout/HorizontalOrganizationChart"/>
    <dgm:cxn modelId="{F06CDFDC-5752-4209-BB06-2576B0F43066}" type="presParOf" srcId="{0D8DC5ED-9792-4553-89E4-399E6B1726EB}" destId="{2F1E85CA-BBCD-4952-B9AE-FD689987A564}" srcOrd="1" destOrd="0" presId="urn:microsoft.com/office/officeart/2009/3/layout/HorizontalOrganizationChart"/>
    <dgm:cxn modelId="{0BD108E8-6919-4287-B98E-D4B7006BEF60}" type="presParOf" srcId="{0D8DC5ED-9792-4553-89E4-399E6B1726EB}" destId="{481F6228-B002-4517-B92E-38E7F849C63B}" srcOrd="2" destOrd="0" presId="urn:microsoft.com/office/officeart/2009/3/layout/HorizontalOrganizationChart"/>
    <dgm:cxn modelId="{978A6674-8892-4469-9A33-2299FD04353A}" type="presParOf" srcId="{A998A001-BF26-4222-81BD-2A051348A71B}" destId="{DD740A7A-DA09-497F-A32E-DB5803C642B6}" srcOrd="1" destOrd="0" presId="urn:microsoft.com/office/officeart/2009/3/layout/HorizontalOrganizationChart"/>
    <dgm:cxn modelId="{F1BB6D6F-E5B4-4687-A8F2-0675CE4E6D2B}" type="presParOf" srcId="{DD740A7A-DA09-497F-A32E-DB5803C642B6}" destId="{2C210A3D-EBC1-4F4A-AEA4-97DAD01A13D6}" srcOrd="0" destOrd="0" presId="urn:microsoft.com/office/officeart/2009/3/layout/HorizontalOrganizationChart"/>
    <dgm:cxn modelId="{5E8F8B0A-1CC8-46B9-AEC2-EF8C03916DE0}" type="presParOf" srcId="{2C210A3D-EBC1-4F4A-AEA4-97DAD01A13D6}" destId="{B1D59100-1261-4264-8458-CD9988B473C5}" srcOrd="0" destOrd="0" presId="urn:microsoft.com/office/officeart/2009/3/layout/HorizontalOrganizationChart"/>
    <dgm:cxn modelId="{547A880A-CF80-49B0-B6DF-BFEDF883C5ED}" type="presParOf" srcId="{2C210A3D-EBC1-4F4A-AEA4-97DAD01A13D6}" destId="{A1C694B1-FBB3-4CFA-B08E-D95CCA484ED5}" srcOrd="1" destOrd="0" presId="urn:microsoft.com/office/officeart/2009/3/layout/HorizontalOrganizationChart"/>
    <dgm:cxn modelId="{72652133-16A2-4287-97CD-776C0DCFA6FA}" type="presParOf" srcId="{DD740A7A-DA09-497F-A32E-DB5803C642B6}" destId="{118F7AFE-5A75-4323-B6F4-6D50ED4DF59E}" srcOrd="1" destOrd="0" presId="urn:microsoft.com/office/officeart/2009/3/layout/HorizontalOrganizationChart"/>
    <dgm:cxn modelId="{CFC929A9-6F6A-4AD2-A34D-FD3BE60F6351}" type="presParOf" srcId="{118F7AFE-5A75-4323-B6F4-6D50ED4DF59E}" destId="{6331F421-1CDA-4DAE-AB1F-1A39EC59539D}" srcOrd="0" destOrd="0" presId="urn:microsoft.com/office/officeart/2009/3/layout/HorizontalOrganizationChart"/>
    <dgm:cxn modelId="{6E1E0122-52B9-480D-B5BC-E8D0F9D63A7F}" type="presParOf" srcId="{118F7AFE-5A75-4323-B6F4-6D50ED4DF59E}" destId="{E55726A5-D0AD-40AD-9521-A222936BDCAF}" srcOrd="1" destOrd="0" presId="urn:microsoft.com/office/officeart/2009/3/layout/HorizontalOrganizationChart"/>
    <dgm:cxn modelId="{6FA1B2F8-5BAD-4A9A-B05D-DD73DD7105D1}" type="presParOf" srcId="{E55726A5-D0AD-40AD-9521-A222936BDCAF}" destId="{B19C7FFD-AD85-4172-95DF-E8398D8BC055}" srcOrd="0" destOrd="0" presId="urn:microsoft.com/office/officeart/2009/3/layout/HorizontalOrganizationChart"/>
    <dgm:cxn modelId="{1AD864AF-D4C8-43D4-BB44-259C4E39090F}" type="presParOf" srcId="{B19C7FFD-AD85-4172-95DF-E8398D8BC055}" destId="{2F0159BD-8E6D-42C8-A1FA-F322BFF9F006}" srcOrd="0" destOrd="0" presId="urn:microsoft.com/office/officeart/2009/3/layout/HorizontalOrganizationChart"/>
    <dgm:cxn modelId="{81191290-7385-447B-B5CE-67A4055BC7C1}" type="presParOf" srcId="{B19C7FFD-AD85-4172-95DF-E8398D8BC055}" destId="{512D2765-F05F-437B-8CF4-7CD9CA4181EB}" srcOrd="1" destOrd="0" presId="urn:microsoft.com/office/officeart/2009/3/layout/HorizontalOrganizationChart"/>
    <dgm:cxn modelId="{7E2A7AE6-434F-4814-BC45-4CFF7686F46A}" type="presParOf" srcId="{E55726A5-D0AD-40AD-9521-A222936BDCAF}" destId="{F22A35D5-B421-4B64-838C-53529F669385}" srcOrd="1" destOrd="0" presId="urn:microsoft.com/office/officeart/2009/3/layout/HorizontalOrganizationChart"/>
    <dgm:cxn modelId="{48002A9B-B4FA-4F5E-B82E-6AC133E46377}" type="presParOf" srcId="{E55726A5-D0AD-40AD-9521-A222936BDCAF}" destId="{5A16435D-C1F7-41C4-A4E9-F7C762A064C6}" srcOrd="2" destOrd="0" presId="urn:microsoft.com/office/officeart/2009/3/layout/HorizontalOrganizationChart"/>
    <dgm:cxn modelId="{377776B9-D34B-410A-A368-F26ADBFCACDC}" type="presParOf" srcId="{118F7AFE-5A75-4323-B6F4-6D50ED4DF59E}" destId="{CB69DD4E-578D-4112-AF14-7514BDCF39AE}" srcOrd="2" destOrd="0" presId="urn:microsoft.com/office/officeart/2009/3/layout/HorizontalOrganizationChart"/>
    <dgm:cxn modelId="{33C5205B-6D45-45D9-A573-46B03587459F}" type="presParOf" srcId="{118F7AFE-5A75-4323-B6F4-6D50ED4DF59E}" destId="{8CE90AA1-4B74-4F8E-B42B-210DB46657D7}" srcOrd="3" destOrd="0" presId="urn:microsoft.com/office/officeart/2009/3/layout/HorizontalOrganizationChart"/>
    <dgm:cxn modelId="{FE19C0D4-73F8-492A-8C43-3F20BC83A635}" type="presParOf" srcId="{8CE90AA1-4B74-4F8E-B42B-210DB46657D7}" destId="{688FF6D2-A28A-4FBD-B92B-5AD884E15451}" srcOrd="0" destOrd="0" presId="urn:microsoft.com/office/officeart/2009/3/layout/HorizontalOrganizationChart"/>
    <dgm:cxn modelId="{4F2D7856-45B4-4574-B5ED-1AE67E839CF6}" type="presParOf" srcId="{688FF6D2-A28A-4FBD-B92B-5AD884E15451}" destId="{1C06868D-2082-42B7-94D3-B16DBA13CD6A}" srcOrd="0" destOrd="0" presId="urn:microsoft.com/office/officeart/2009/3/layout/HorizontalOrganizationChart"/>
    <dgm:cxn modelId="{76B03B03-DDB5-49C2-84B6-46F4DEE5E763}" type="presParOf" srcId="{688FF6D2-A28A-4FBD-B92B-5AD884E15451}" destId="{53AC429C-DFA4-46D3-90BC-96E8D29B6AB7}" srcOrd="1" destOrd="0" presId="urn:microsoft.com/office/officeart/2009/3/layout/HorizontalOrganizationChart"/>
    <dgm:cxn modelId="{70C79668-C769-4147-B6D2-16640E0043D5}" type="presParOf" srcId="{8CE90AA1-4B74-4F8E-B42B-210DB46657D7}" destId="{EFCB06B6-8499-4F95-8E6F-22E690405F24}" srcOrd="1" destOrd="0" presId="urn:microsoft.com/office/officeart/2009/3/layout/HorizontalOrganizationChart"/>
    <dgm:cxn modelId="{03541AC1-3063-4E30-BA02-153616C85CE2}" type="presParOf" srcId="{8CE90AA1-4B74-4F8E-B42B-210DB46657D7}" destId="{9D6C7438-3262-441F-ABDD-914C50B550FC}" srcOrd="2" destOrd="0" presId="urn:microsoft.com/office/officeart/2009/3/layout/HorizontalOrganizationChart"/>
    <dgm:cxn modelId="{A16164C0-AF53-4FE3-9B17-976B4A9F6E4E}" type="presParOf" srcId="{DD740A7A-DA09-497F-A32E-DB5803C642B6}" destId="{C81F97C9-4794-4243-A02A-A59EBB76CDB5}" srcOrd="2" destOrd="0" presId="urn:microsoft.com/office/officeart/2009/3/layout/HorizontalOrganizationChart"/>
    <dgm:cxn modelId="{FE9D52B3-6918-4349-AFF1-CC9E1B6A8E6A}" type="presParOf" srcId="{A998A001-BF26-4222-81BD-2A051348A71B}" destId="{41C02FDC-79AA-4331-BD5E-7940F578D56C}" srcOrd="2" destOrd="0" presId="urn:microsoft.com/office/officeart/2009/3/layout/HorizontalOrganizationChart"/>
    <dgm:cxn modelId="{9DB58D74-20F3-4F75-B69F-AA923C9F3D0D}" type="presParOf" srcId="{41C02FDC-79AA-4331-BD5E-7940F578D56C}" destId="{17274309-C55C-461E-B059-065A5DEE857E}" srcOrd="0" destOrd="0" presId="urn:microsoft.com/office/officeart/2009/3/layout/HorizontalOrganizationChart"/>
    <dgm:cxn modelId="{F935E0FC-224B-412E-9AB1-1FA8037E61D1}" type="presParOf" srcId="{17274309-C55C-461E-B059-065A5DEE857E}" destId="{0B122661-5668-4526-8B56-D4EC340F942A}" srcOrd="0" destOrd="0" presId="urn:microsoft.com/office/officeart/2009/3/layout/HorizontalOrganizationChart"/>
    <dgm:cxn modelId="{FE7760C0-6241-4765-8DF7-87F753846B52}" type="presParOf" srcId="{17274309-C55C-461E-B059-065A5DEE857E}" destId="{F8944643-6A02-4547-9ED8-47575653880C}" srcOrd="1" destOrd="0" presId="urn:microsoft.com/office/officeart/2009/3/layout/HorizontalOrganizationChart"/>
    <dgm:cxn modelId="{55DD213D-A7CB-4B16-B8CC-0DC6384ECD3B}" type="presParOf" srcId="{41C02FDC-79AA-4331-BD5E-7940F578D56C}" destId="{017A70D3-FCD0-4D2A-8C59-A13875E7EC3F}" srcOrd="1" destOrd="0" presId="urn:microsoft.com/office/officeart/2009/3/layout/HorizontalOrganizationChart"/>
    <dgm:cxn modelId="{F2A24F04-CB04-47FE-8CB4-F4421E5B2AC6}" type="presParOf" srcId="{017A70D3-FCD0-4D2A-8C59-A13875E7EC3F}" destId="{90DBDA16-2DB7-4BE0-9900-813C128D03C9}" srcOrd="0" destOrd="0" presId="urn:microsoft.com/office/officeart/2009/3/layout/HorizontalOrganizationChart"/>
    <dgm:cxn modelId="{75F38015-D7C7-4C10-8C57-C6ECD3CFE175}" type="presParOf" srcId="{017A70D3-FCD0-4D2A-8C59-A13875E7EC3F}" destId="{9C742E66-831B-4CD0-938D-FE8CEDB3B359}" srcOrd="1" destOrd="0" presId="urn:microsoft.com/office/officeart/2009/3/layout/HorizontalOrganizationChart"/>
    <dgm:cxn modelId="{6351F5CE-37A0-40B4-8087-AF1A44E320DC}" type="presParOf" srcId="{9C742E66-831B-4CD0-938D-FE8CEDB3B359}" destId="{9581DB4C-0F32-4DD1-9281-B9FDE8B31205}" srcOrd="0" destOrd="0" presId="urn:microsoft.com/office/officeart/2009/3/layout/HorizontalOrganizationChart"/>
    <dgm:cxn modelId="{E6C39C46-3040-4C11-AF3C-34985C47B6E1}" type="presParOf" srcId="{9581DB4C-0F32-4DD1-9281-B9FDE8B31205}" destId="{68DED247-20B2-4123-9AFB-6FD0583A82C0}" srcOrd="0" destOrd="0" presId="urn:microsoft.com/office/officeart/2009/3/layout/HorizontalOrganizationChart"/>
    <dgm:cxn modelId="{7963E9E8-5BAE-4D62-AC06-1DCDDD0042F4}" type="presParOf" srcId="{9581DB4C-0F32-4DD1-9281-B9FDE8B31205}" destId="{7E0C91A3-03A8-4658-BC9C-E45F0AA27EBF}" srcOrd="1" destOrd="0" presId="urn:microsoft.com/office/officeart/2009/3/layout/HorizontalOrganizationChart"/>
    <dgm:cxn modelId="{B34DE01A-4FAB-4C3A-A16F-19AC62C206D8}" type="presParOf" srcId="{9C742E66-831B-4CD0-938D-FE8CEDB3B359}" destId="{20EB728E-9BD7-46A8-9EDF-A00FBAA5FD33}" srcOrd="1" destOrd="0" presId="urn:microsoft.com/office/officeart/2009/3/layout/HorizontalOrganizationChart"/>
    <dgm:cxn modelId="{DFD9F311-036F-401B-823E-D945DD996095}" type="presParOf" srcId="{9C742E66-831B-4CD0-938D-FE8CEDB3B359}" destId="{54430194-F75C-4F2F-B1AC-D5007876D29D}" srcOrd="2" destOrd="0" presId="urn:microsoft.com/office/officeart/2009/3/layout/HorizontalOrganizationChart"/>
    <dgm:cxn modelId="{E2773186-A649-4D13-8993-50FDA9C4E432}" type="presParOf" srcId="{41C02FDC-79AA-4331-BD5E-7940F578D56C}" destId="{BB91A63A-7E70-4E6B-B7CD-C2325DE43566}" srcOrd="2" destOrd="0" presId="urn:microsoft.com/office/officeart/2009/3/layout/HorizontalOrganizationChart"/>
    <dgm:cxn modelId="{0F80A17E-C4ED-44C3-B418-1AB2336F49A0}" type="presParOf" srcId="{A998A001-BF26-4222-81BD-2A051348A71B}" destId="{A0F07CA9-88EA-4956-8BF8-02617B2719F8}" srcOrd="3" destOrd="0" presId="urn:microsoft.com/office/officeart/2009/3/layout/HorizontalOrganizationChart"/>
    <dgm:cxn modelId="{65DEA0A3-1C06-4778-AA6D-683E57F83157}" type="presParOf" srcId="{A0F07CA9-88EA-4956-8BF8-02617B2719F8}" destId="{5A3B3FE0-7708-4B42-B6B9-A7AF6031C41E}" srcOrd="0" destOrd="0" presId="urn:microsoft.com/office/officeart/2009/3/layout/HorizontalOrganizationChart"/>
    <dgm:cxn modelId="{70F8F744-A624-49A2-A739-E2917D6A1ED7}" type="presParOf" srcId="{5A3B3FE0-7708-4B42-B6B9-A7AF6031C41E}" destId="{8C13F861-0A05-43B5-8C03-E534C94BE594}" srcOrd="0" destOrd="0" presId="urn:microsoft.com/office/officeart/2009/3/layout/HorizontalOrganizationChart"/>
    <dgm:cxn modelId="{50D8CEBD-A12B-473C-B426-23F94CED26FE}" type="presParOf" srcId="{5A3B3FE0-7708-4B42-B6B9-A7AF6031C41E}" destId="{7FCEF025-0ECE-4032-AF5B-AC8DC6521C9B}" srcOrd="1" destOrd="0" presId="urn:microsoft.com/office/officeart/2009/3/layout/HorizontalOrganizationChart"/>
    <dgm:cxn modelId="{CB3E3D41-787A-4DB8-A17C-D16FC7837806}" type="presParOf" srcId="{A0F07CA9-88EA-4956-8BF8-02617B2719F8}" destId="{E8B83BB7-DA50-47AB-8B00-04A75681DC69}" srcOrd="1" destOrd="0" presId="urn:microsoft.com/office/officeart/2009/3/layout/HorizontalOrganizationChart"/>
    <dgm:cxn modelId="{355060EF-5924-40F7-A5D8-B1E0583A5676}" type="presParOf" srcId="{A0F07CA9-88EA-4956-8BF8-02617B2719F8}" destId="{0DD114DB-F233-49D3-BA5E-FEF478543D49}" srcOrd="2" destOrd="0" presId="urn:microsoft.com/office/officeart/2009/3/layout/HorizontalOrganizationChart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55AADA6E-2073-4492-B742-6892256B2CF3}" type="doc">
      <dgm:prSet loTypeId="urn:microsoft.com/office/officeart/2005/8/layout/vList2" loCatId="list" qsTypeId="urn:microsoft.com/office/officeart/2005/8/quickstyle/simple1" qsCatId="simple" csTypeId="urn:microsoft.com/office/officeart/2005/8/colors/colorful5" csCatId="colorful"/>
      <dgm:spPr/>
      <dgm:t>
        <a:bodyPr/>
        <a:lstStyle/>
        <a:p>
          <a:endParaRPr lang="en-US"/>
        </a:p>
      </dgm:t>
    </dgm:pt>
    <dgm:pt modelId="{5758EA56-65B7-485E-AE6B-243B152BECF9}">
      <dgm:prSet/>
      <dgm:spPr/>
      <dgm:t>
        <a:bodyPr/>
        <a:lstStyle/>
        <a:p>
          <a:r>
            <a:rPr lang="en-IN"/>
            <a:t>System Initialization</a:t>
          </a:r>
          <a:endParaRPr lang="en-US"/>
        </a:p>
      </dgm:t>
    </dgm:pt>
    <dgm:pt modelId="{46762C18-A5A9-4129-B2CE-C9BA7948CC5C}" type="parTrans" cxnId="{431F53BE-8EE3-444E-B014-A9B4D862B8BF}">
      <dgm:prSet/>
      <dgm:spPr/>
      <dgm:t>
        <a:bodyPr/>
        <a:lstStyle/>
        <a:p>
          <a:endParaRPr lang="en-US"/>
        </a:p>
      </dgm:t>
    </dgm:pt>
    <dgm:pt modelId="{0264A509-F911-457C-8BD4-28C001B9F05B}" type="sibTrans" cxnId="{431F53BE-8EE3-444E-B014-A9B4D862B8BF}">
      <dgm:prSet/>
      <dgm:spPr/>
      <dgm:t>
        <a:bodyPr/>
        <a:lstStyle/>
        <a:p>
          <a:endParaRPr lang="en-US"/>
        </a:p>
      </dgm:t>
    </dgm:pt>
    <dgm:pt modelId="{35BC50F0-67CE-471D-AF3A-83F5D1331DC8}">
      <dgm:prSet/>
      <dgm:spPr/>
      <dgm:t>
        <a:bodyPr/>
        <a:lstStyle/>
        <a:p>
          <a:r>
            <a:rPr lang="en-IN"/>
            <a:t>DNS Redirection</a:t>
          </a:r>
          <a:endParaRPr lang="en-US"/>
        </a:p>
      </dgm:t>
    </dgm:pt>
    <dgm:pt modelId="{EDCAE920-B568-4233-8E4D-C248665842BF}" type="parTrans" cxnId="{1C96044D-05E3-40D4-89BC-C66E0C74F6A6}">
      <dgm:prSet/>
      <dgm:spPr/>
      <dgm:t>
        <a:bodyPr/>
        <a:lstStyle/>
        <a:p>
          <a:endParaRPr lang="en-US"/>
        </a:p>
      </dgm:t>
    </dgm:pt>
    <dgm:pt modelId="{C7D02208-70EB-4E9A-AEF1-97FF99E4FE1B}" type="sibTrans" cxnId="{1C96044D-05E3-40D4-89BC-C66E0C74F6A6}">
      <dgm:prSet/>
      <dgm:spPr/>
      <dgm:t>
        <a:bodyPr/>
        <a:lstStyle/>
        <a:p>
          <a:endParaRPr lang="en-US"/>
        </a:p>
      </dgm:t>
    </dgm:pt>
    <dgm:pt modelId="{CE5887AA-A5C4-4659-8A51-7FF6C9482A60}">
      <dgm:prSet/>
      <dgm:spPr/>
      <dgm:t>
        <a:bodyPr/>
        <a:lstStyle/>
        <a:p>
          <a:r>
            <a:rPr lang="en-IN"/>
            <a:t>WebSocket Event Handling</a:t>
          </a:r>
          <a:endParaRPr lang="en-US"/>
        </a:p>
      </dgm:t>
    </dgm:pt>
    <dgm:pt modelId="{42EDFCE2-B7A4-4C48-B218-0F1D24D426BB}" type="parTrans" cxnId="{BDA5FD1B-D37A-4B58-844C-28001BF80958}">
      <dgm:prSet/>
      <dgm:spPr/>
      <dgm:t>
        <a:bodyPr/>
        <a:lstStyle/>
        <a:p>
          <a:endParaRPr lang="en-US"/>
        </a:p>
      </dgm:t>
    </dgm:pt>
    <dgm:pt modelId="{E9DB717B-D079-413F-BA5C-FD79A0D6A989}" type="sibTrans" cxnId="{BDA5FD1B-D37A-4B58-844C-28001BF80958}">
      <dgm:prSet/>
      <dgm:spPr/>
      <dgm:t>
        <a:bodyPr/>
        <a:lstStyle/>
        <a:p>
          <a:endParaRPr lang="en-US"/>
        </a:p>
      </dgm:t>
    </dgm:pt>
    <dgm:pt modelId="{452CAF1A-AA1B-4F9C-9324-11D882D0AC49}">
      <dgm:prSet/>
      <dgm:spPr/>
      <dgm:t>
        <a:bodyPr/>
        <a:lstStyle/>
        <a:p>
          <a:r>
            <a:rPr lang="en-IN"/>
            <a:t>ECG Data Acquisition</a:t>
          </a:r>
          <a:endParaRPr lang="en-US"/>
        </a:p>
      </dgm:t>
    </dgm:pt>
    <dgm:pt modelId="{CE307334-EC5B-4B35-91E4-5B92BB2D6A6B}" type="parTrans" cxnId="{7E6FD01D-2E19-4BE0-841D-B61170873249}">
      <dgm:prSet/>
      <dgm:spPr/>
      <dgm:t>
        <a:bodyPr/>
        <a:lstStyle/>
        <a:p>
          <a:endParaRPr lang="en-US"/>
        </a:p>
      </dgm:t>
    </dgm:pt>
    <dgm:pt modelId="{641C980D-2D24-4E76-A298-2C79751A9CBB}" type="sibTrans" cxnId="{7E6FD01D-2E19-4BE0-841D-B61170873249}">
      <dgm:prSet/>
      <dgm:spPr/>
      <dgm:t>
        <a:bodyPr/>
        <a:lstStyle/>
        <a:p>
          <a:endParaRPr lang="en-US"/>
        </a:p>
      </dgm:t>
    </dgm:pt>
    <dgm:pt modelId="{477AEE40-7CB8-4A58-A07A-CB4A59BC1EC9}">
      <dgm:prSet/>
      <dgm:spPr/>
      <dgm:t>
        <a:bodyPr/>
        <a:lstStyle/>
        <a:p>
          <a:r>
            <a:rPr lang="en-IN"/>
            <a:t>OTA and Updates</a:t>
          </a:r>
          <a:endParaRPr lang="en-US"/>
        </a:p>
      </dgm:t>
    </dgm:pt>
    <dgm:pt modelId="{ADF8F9EE-F1BB-4905-AD94-B37727613589}" type="parTrans" cxnId="{99111DD3-AF54-45C7-87D4-9571ABAA12CF}">
      <dgm:prSet/>
      <dgm:spPr/>
      <dgm:t>
        <a:bodyPr/>
        <a:lstStyle/>
        <a:p>
          <a:endParaRPr lang="en-US"/>
        </a:p>
      </dgm:t>
    </dgm:pt>
    <dgm:pt modelId="{E236D0E7-10B5-4F89-B76B-734E93A52995}" type="sibTrans" cxnId="{99111DD3-AF54-45C7-87D4-9571ABAA12CF}">
      <dgm:prSet/>
      <dgm:spPr/>
      <dgm:t>
        <a:bodyPr/>
        <a:lstStyle/>
        <a:p>
          <a:endParaRPr lang="en-US"/>
        </a:p>
      </dgm:t>
    </dgm:pt>
    <dgm:pt modelId="{53E4D1C4-6F19-401D-B0DF-979E99257590}" type="pres">
      <dgm:prSet presAssocID="{55AADA6E-2073-4492-B742-6892256B2CF3}" presName="linear" presStyleCnt="0">
        <dgm:presLayoutVars>
          <dgm:animLvl val="lvl"/>
          <dgm:resizeHandles val="exact"/>
        </dgm:presLayoutVars>
      </dgm:prSet>
      <dgm:spPr/>
    </dgm:pt>
    <dgm:pt modelId="{A2EAA614-829A-4DEA-8812-878AE3B6BCD3}" type="pres">
      <dgm:prSet presAssocID="{5758EA56-65B7-485E-AE6B-243B152BECF9}" presName="parentText" presStyleLbl="node1" presStyleIdx="0" presStyleCnt="5">
        <dgm:presLayoutVars>
          <dgm:chMax val="0"/>
          <dgm:bulletEnabled val="1"/>
        </dgm:presLayoutVars>
      </dgm:prSet>
      <dgm:spPr/>
    </dgm:pt>
    <dgm:pt modelId="{222E7B93-D0DF-4BEB-B501-B367B188E672}" type="pres">
      <dgm:prSet presAssocID="{0264A509-F911-457C-8BD4-28C001B9F05B}" presName="spacer" presStyleCnt="0"/>
      <dgm:spPr/>
    </dgm:pt>
    <dgm:pt modelId="{4BDD2FF4-8069-43C8-AB9B-7E459DB6EB06}" type="pres">
      <dgm:prSet presAssocID="{35BC50F0-67CE-471D-AF3A-83F5D1331DC8}" presName="parentText" presStyleLbl="node1" presStyleIdx="1" presStyleCnt="5">
        <dgm:presLayoutVars>
          <dgm:chMax val="0"/>
          <dgm:bulletEnabled val="1"/>
        </dgm:presLayoutVars>
      </dgm:prSet>
      <dgm:spPr/>
    </dgm:pt>
    <dgm:pt modelId="{6B7AE18F-6622-4EFF-87AA-2FB2D159DDB8}" type="pres">
      <dgm:prSet presAssocID="{C7D02208-70EB-4E9A-AEF1-97FF99E4FE1B}" presName="spacer" presStyleCnt="0"/>
      <dgm:spPr/>
    </dgm:pt>
    <dgm:pt modelId="{B9EA9F8B-486D-4074-A391-3C683768DF04}" type="pres">
      <dgm:prSet presAssocID="{CE5887AA-A5C4-4659-8A51-7FF6C9482A60}" presName="parentText" presStyleLbl="node1" presStyleIdx="2" presStyleCnt="5">
        <dgm:presLayoutVars>
          <dgm:chMax val="0"/>
          <dgm:bulletEnabled val="1"/>
        </dgm:presLayoutVars>
      </dgm:prSet>
      <dgm:spPr/>
    </dgm:pt>
    <dgm:pt modelId="{AFD8D27F-B55F-41D3-91F4-3C91C22CE82D}" type="pres">
      <dgm:prSet presAssocID="{E9DB717B-D079-413F-BA5C-FD79A0D6A989}" presName="spacer" presStyleCnt="0"/>
      <dgm:spPr/>
    </dgm:pt>
    <dgm:pt modelId="{C0A79208-42DE-44F8-8C65-E2684A053AFF}" type="pres">
      <dgm:prSet presAssocID="{452CAF1A-AA1B-4F9C-9324-11D882D0AC49}" presName="parentText" presStyleLbl="node1" presStyleIdx="3" presStyleCnt="5">
        <dgm:presLayoutVars>
          <dgm:chMax val="0"/>
          <dgm:bulletEnabled val="1"/>
        </dgm:presLayoutVars>
      </dgm:prSet>
      <dgm:spPr/>
    </dgm:pt>
    <dgm:pt modelId="{E113C058-2015-4835-AA5F-EE93083E5E1D}" type="pres">
      <dgm:prSet presAssocID="{641C980D-2D24-4E76-A298-2C79751A9CBB}" presName="spacer" presStyleCnt="0"/>
      <dgm:spPr/>
    </dgm:pt>
    <dgm:pt modelId="{F43472AD-6B7D-4FB4-9315-7F54D0F6E7EF}" type="pres">
      <dgm:prSet presAssocID="{477AEE40-7CB8-4A58-A07A-CB4A59BC1EC9}" presName="parentText" presStyleLbl="node1" presStyleIdx="4" presStyleCnt="5">
        <dgm:presLayoutVars>
          <dgm:chMax val="0"/>
          <dgm:bulletEnabled val="1"/>
        </dgm:presLayoutVars>
      </dgm:prSet>
      <dgm:spPr/>
    </dgm:pt>
  </dgm:ptLst>
  <dgm:cxnLst>
    <dgm:cxn modelId="{BDA5FD1B-D37A-4B58-844C-28001BF80958}" srcId="{55AADA6E-2073-4492-B742-6892256B2CF3}" destId="{CE5887AA-A5C4-4659-8A51-7FF6C9482A60}" srcOrd="2" destOrd="0" parTransId="{42EDFCE2-B7A4-4C48-B218-0F1D24D426BB}" sibTransId="{E9DB717B-D079-413F-BA5C-FD79A0D6A989}"/>
    <dgm:cxn modelId="{7E6FD01D-2E19-4BE0-841D-B61170873249}" srcId="{55AADA6E-2073-4492-B742-6892256B2CF3}" destId="{452CAF1A-AA1B-4F9C-9324-11D882D0AC49}" srcOrd="3" destOrd="0" parTransId="{CE307334-EC5B-4B35-91E4-5B92BB2D6A6B}" sibTransId="{641C980D-2D24-4E76-A298-2C79751A9CBB}"/>
    <dgm:cxn modelId="{1C96044D-05E3-40D4-89BC-C66E0C74F6A6}" srcId="{55AADA6E-2073-4492-B742-6892256B2CF3}" destId="{35BC50F0-67CE-471D-AF3A-83F5D1331DC8}" srcOrd="1" destOrd="0" parTransId="{EDCAE920-B568-4233-8E4D-C248665842BF}" sibTransId="{C7D02208-70EB-4E9A-AEF1-97FF99E4FE1B}"/>
    <dgm:cxn modelId="{BDC3EE53-64BC-478B-A26B-35E91C5DC867}" type="presOf" srcId="{5758EA56-65B7-485E-AE6B-243B152BECF9}" destId="{A2EAA614-829A-4DEA-8812-878AE3B6BCD3}" srcOrd="0" destOrd="0" presId="urn:microsoft.com/office/officeart/2005/8/layout/vList2"/>
    <dgm:cxn modelId="{8DD87888-4DCC-4472-BE53-B8CD77C92B95}" type="presOf" srcId="{55AADA6E-2073-4492-B742-6892256B2CF3}" destId="{53E4D1C4-6F19-401D-B0DF-979E99257590}" srcOrd="0" destOrd="0" presId="urn:microsoft.com/office/officeart/2005/8/layout/vList2"/>
    <dgm:cxn modelId="{D6EE00B9-7577-46B5-9DA8-53290C476E97}" type="presOf" srcId="{452CAF1A-AA1B-4F9C-9324-11D882D0AC49}" destId="{C0A79208-42DE-44F8-8C65-E2684A053AFF}" srcOrd="0" destOrd="0" presId="urn:microsoft.com/office/officeart/2005/8/layout/vList2"/>
    <dgm:cxn modelId="{431F53BE-8EE3-444E-B014-A9B4D862B8BF}" srcId="{55AADA6E-2073-4492-B742-6892256B2CF3}" destId="{5758EA56-65B7-485E-AE6B-243B152BECF9}" srcOrd="0" destOrd="0" parTransId="{46762C18-A5A9-4129-B2CE-C9BA7948CC5C}" sibTransId="{0264A509-F911-457C-8BD4-28C001B9F05B}"/>
    <dgm:cxn modelId="{99111DD3-AF54-45C7-87D4-9571ABAA12CF}" srcId="{55AADA6E-2073-4492-B742-6892256B2CF3}" destId="{477AEE40-7CB8-4A58-A07A-CB4A59BC1EC9}" srcOrd="4" destOrd="0" parTransId="{ADF8F9EE-F1BB-4905-AD94-B37727613589}" sibTransId="{E236D0E7-10B5-4F89-B76B-734E93A52995}"/>
    <dgm:cxn modelId="{C1696AE5-FED8-406E-B78D-72CB66A482ED}" type="presOf" srcId="{477AEE40-7CB8-4A58-A07A-CB4A59BC1EC9}" destId="{F43472AD-6B7D-4FB4-9315-7F54D0F6E7EF}" srcOrd="0" destOrd="0" presId="urn:microsoft.com/office/officeart/2005/8/layout/vList2"/>
    <dgm:cxn modelId="{8A24F3EB-02F1-4982-B5EA-044BA06F0BE7}" type="presOf" srcId="{CE5887AA-A5C4-4659-8A51-7FF6C9482A60}" destId="{B9EA9F8B-486D-4074-A391-3C683768DF04}" srcOrd="0" destOrd="0" presId="urn:microsoft.com/office/officeart/2005/8/layout/vList2"/>
    <dgm:cxn modelId="{19FDC3F7-98BC-4813-9925-2C89BC3D51C1}" type="presOf" srcId="{35BC50F0-67CE-471D-AF3A-83F5D1331DC8}" destId="{4BDD2FF4-8069-43C8-AB9B-7E459DB6EB06}" srcOrd="0" destOrd="0" presId="urn:microsoft.com/office/officeart/2005/8/layout/vList2"/>
    <dgm:cxn modelId="{48E51CDD-7B4E-41EF-9E99-1F2FF51BE766}" type="presParOf" srcId="{53E4D1C4-6F19-401D-B0DF-979E99257590}" destId="{A2EAA614-829A-4DEA-8812-878AE3B6BCD3}" srcOrd="0" destOrd="0" presId="urn:microsoft.com/office/officeart/2005/8/layout/vList2"/>
    <dgm:cxn modelId="{D76CB328-2DCE-4D67-8598-15C3D058FB79}" type="presParOf" srcId="{53E4D1C4-6F19-401D-B0DF-979E99257590}" destId="{222E7B93-D0DF-4BEB-B501-B367B188E672}" srcOrd="1" destOrd="0" presId="urn:microsoft.com/office/officeart/2005/8/layout/vList2"/>
    <dgm:cxn modelId="{3368EBE8-73EA-43AA-8F49-6E442AD0098D}" type="presParOf" srcId="{53E4D1C4-6F19-401D-B0DF-979E99257590}" destId="{4BDD2FF4-8069-43C8-AB9B-7E459DB6EB06}" srcOrd="2" destOrd="0" presId="urn:microsoft.com/office/officeart/2005/8/layout/vList2"/>
    <dgm:cxn modelId="{41B85506-8EC8-4403-B259-63425186D23B}" type="presParOf" srcId="{53E4D1C4-6F19-401D-B0DF-979E99257590}" destId="{6B7AE18F-6622-4EFF-87AA-2FB2D159DDB8}" srcOrd="3" destOrd="0" presId="urn:microsoft.com/office/officeart/2005/8/layout/vList2"/>
    <dgm:cxn modelId="{33A4A486-37A4-47E0-8E17-B7CD65026013}" type="presParOf" srcId="{53E4D1C4-6F19-401D-B0DF-979E99257590}" destId="{B9EA9F8B-486D-4074-A391-3C683768DF04}" srcOrd="4" destOrd="0" presId="urn:microsoft.com/office/officeart/2005/8/layout/vList2"/>
    <dgm:cxn modelId="{11CDA897-9C94-4043-B950-090258E6B277}" type="presParOf" srcId="{53E4D1C4-6F19-401D-B0DF-979E99257590}" destId="{AFD8D27F-B55F-41D3-91F4-3C91C22CE82D}" srcOrd="5" destOrd="0" presId="urn:microsoft.com/office/officeart/2005/8/layout/vList2"/>
    <dgm:cxn modelId="{9408C49D-0238-428F-849F-9EFD0C7ABC2A}" type="presParOf" srcId="{53E4D1C4-6F19-401D-B0DF-979E99257590}" destId="{C0A79208-42DE-44F8-8C65-E2684A053AFF}" srcOrd="6" destOrd="0" presId="urn:microsoft.com/office/officeart/2005/8/layout/vList2"/>
    <dgm:cxn modelId="{90754F0E-6F1E-4A9F-AA01-1F9BE722468A}" type="presParOf" srcId="{53E4D1C4-6F19-401D-B0DF-979E99257590}" destId="{E113C058-2015-4835-AA5F-EE93083E5E1D}" srcOrd="7" destOrd="0" presId="urn:microsoft.com/office/officeart/2005/8/layout/vList2"/>
    <dgm:cxn modelId="{E6C38BD7-C18D-4A50-989A-31FE980C7E2A}" type="presParOf" srcId="{53E4D1C4-6F19-401D-B0DF-979E99257590}" destId="{F43472AD-6B7D-4FB4-9315-7F54D0F6E7EF}" srcOrd="8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6DF1A37-9F30-4C90-A625-C4545B33B4B0}">
      <dsp:nvSpPr>
        <dsp:cNvPr id="0" name=""/>
        <dsp:cNvSpPr/>
      </dsp:nvSpPr>
      <dsp:spPr>
        <a:xfrm>
          <a:off x="189082" y="8195"/>
          <a:ext cx="1323913" cy="1323913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01B5891-5C77-4FB9-9A2E-0E8E2DE92547}">
      <dsp:nvSpPr>
        <dsp:cNvPr id="0" name=""/>
        <dsp:cNvSpPr/>
      </dsp:nvSpPr>
      <dsp:spPr>
        <a:xfrm>
          <a:off x="467104" y="286217"/>
          <a:ext cx="767869" cy="767869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55411C1-AF20-48A5-B466-1BA1EEE24827}">
      <dsp:nvSpPr>
        <dsp:cNvPr id="0" name=""/>
        <dsp:cNvSpPr/>
      </dsp:nvSpPr>
      <dsp:spPr>
        <a:xfrm>
          <a:off x="1796691" y="8195"/>
          <a:ext cx="3120653" cy="132391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10668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Lack of ECG access in rural India</a:t>
          </a:r>
        </a:p>
      </dsp:txBody>
      <dsp:txXfrm>
        <a:off x="1796691" y="8195"/>
        <a:ext cx="3120653" cy="1323913"/>
      </dsp:txXfrm>
    </dsp:sp>
    <dsp:sp modelId="{6B96D314-C059-4B81-B146-F7AEC9FB9F86}">
      <dsp:nvSpPr>
        <dsp:cNvPr id="0" name=""/>
        <dsp:cNvSpPr/>
      </dsp:nvSpPr>
      <dsp:spPr>
        <a:xfrm>
          <a:off x="5461095" y="8195"/>
          <a:ext cx="1323913" cy="1323913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5107F7B-6373-45A3-A0ED-A17EA21716BA}">
      <dsp:nvSpPr>
        <dsp:cNvPr id="0" name=""/>
        <dsp:cNvSpPr/>
      </dsp:nvSpPr>
      <dsp:spPr>
        <a:xfrm>
          <a:off x="5739116" y="286217"/>
          <a:ext cx="767869" cy="767869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FCB7636-8F9D-430D-9F9F-678234987490}">
      <dsp:nvSpPr>
        <dsp:cNvPr id="0" name=""/>
        <dsp:cNvSpPr/>
      </dsp:nvSpPr>
      <dsp:spPr>
        <a:xfrm>
          <a:off x="7068704" y="8195"/>
          <a:ext cx="3120653" cy="132391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10668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High cost of clinical ECG units </a:t>
          </a:r>
        </a:p>
      </dsp:txBody>
      <dsp:txXfrm>
        <a:off x="7068704" y="8195"/>
        <a:ext cx="3120653" cy="1323913"/>
      </dsp:txXfrm>
    </dsp:sp>
    <dsp:sp modelId="{98123E5C-0B4E-435A-8805-482EA4A17616}">
      <dsp:nvSpPr>
        <dsp:cNvPr id="0" name=""/>
        <dsp:cNvSpPr/>
      </dsp:nvSpPr>
      <dsp:spPr>
        <a:xfrm>
          <a:off x="189082" y="1877792"/>
          <a:ext cx="1323913" cy="1323913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8A95414-C8DA-49E2-A397-149CF55C5992}">
      <dsp:nvSpPr>
        <dsp:cNvPr id="0" name=""/>
        <dsp:cNvSpPr/>
      </dsp:nvSpPr>
      <dsp:spPr>
        <a:xfrm>
          <a:off x="467104" y="2155814"/>
          <a:ext cx="767869" cy="767869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888E537-3017-4F30-A4E1-4CB55DB1A213}">
      <dsp:nvSpPr>
        <dsp:cNvPr id="0" name=""/>
        <dsp:cNvSpPr/>
      </dsp:nvSpPr>
      <dsp:spPr>
        <a:xfrm>
          <a:off x="1796691" y="1877792"/>
          <a:ext cx="3120653" cy="132391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10668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Tech barrier: apps, Bluetooth, OS compatibility issues</a:t>
          </a:r>
        </a:p>
      </dsp:txBody>
      <dsp:txXfrm>
        <a:off x="1796691" y="1877792"/>
        <a:ext cx="3120653" cy="1323913"/>
      </dsp:txXfrm>
    </dsp:sp>
    <dsp:sp modelId="{9DA63819-8867-439A-BBA9-C01331B708F8}">
      <dsp:nvSpPr>
        <dsp:cNvPr id="0" name=""/>
        <dsp:cNvSpPr/>
      </dsp:nvSpPr>
      <dsp:spPr>
        <a:xfrm>
          <a:off x="5461095" y="1877792"/>
          <a:ext cx="1323913" cy="1323913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A9AE756-615F-4E87-996E-E5304DA6EBB4}">
      <dsp:nvSpPr>
        <dsp:cNvPr id="0" name=""/>
        <dsp:cNvSpPr/>
      </dsp:nvSpPr>
      <dsp:spPr>
        <a:xfrm>
          <a:off x="5739116" y="2155814"/>
          <a:ext cx="767869" cy="767869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04F9C8E-FA20-4942-B8C9-526F8892005E}">
      <dsp:nvSpPr>
        <dsp:cNvPr id="0" name=""/>
        <dsp:cNvSpPr/>
      </dsp:nvSpPr>
      <dsp:spPr>
        <a:xfrm>
          <a:off x="7068704" y="1877792"/>
          <a:ext cx="3120653" cy="132391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10668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Need for low cost, office first diagnostic </a:t>
          </a:r>
        </a:p>
      </dsp:txBody>
      <dsp:txXfrm>
        <a:off x="7068704" y="1877792"/>
        <a:ext cx="3120653" cy="132391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7ABABE8-3409-4995-A335-C0CCAEB9E221}">
      <dsp:nvSpPr>
        <dsp:cNvPr id="0" name=""/>
        <dsp:cNvSpPr/>
      </dsp:nvSpPr>
      <dsp:spPr>
        <a:xfrm>
          <a:off x="976224" y="0"/>
          <a:ext cx="4049662" cy="4049662"/>
        </a:xfrm>
        <a:prstGeom prst="quadArrow">
          <a:avLst>
            <a:gd name="adj1" fmla="val 2000"/>
            <a:gd name="adj2" fmla="val 4000"/>
            <a:gd name="adj3" fmla="val 5000"/>
          </a:avLst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A593193-A150-4D61-8A41-0F0EDB07F88E}">
      <dsp:nvSpPr>
        <dsp:cNvPr id="0" name=""/>
        <dsp:cNvSpPr/>
      </dsp:nvSpPr>
      <dsp:spPr>
        <a:xfrm>
          <a:off x="1239452" y="263228"/>
          <a:ext cx="1619864" cy="1619864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Top: LA/RA finger contact  + Heart LED</a:t>
          </a:r>
        </a:p>
      </dsp:txBody>
      <dsp:txXfrm>
        <a:off x="1318527" y="342303"/>
        <a:ext cx="1461714" cy="1461714"/>
      </dsp:txXfrm>
    </dsp:sp>
    <dsp:sp modelId="{63149FBA-0EA9-4047-B8F1-505578F05A82}">
      <dsp:nvSpPr>
        <dsp:cNvPr id="0" name=""/>
        <dsp:cNvSpPr/>
      </dsp:nvSpPr>
      <dsp:spPr>
        <a:xfrm>
          <a:off x="3142793" y="263228"/>
          <a:ext cx="1619864" cy="1619864"/>
        </a:xfrm>
        <a:prstGeom prst="roundRect">
          <a:avLst/>
        </a:prstGeom>
        <a:solidFill>
          <a:schemeClr val="accent2">
            <a:hueOff val="2147871"/>
            <a:satOff val="-6164"/>
            <a:lumOff val="-987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Front: external electrode chest port  + power switch + charge Indicator</a:t>
          </a:r>
        </a:p>
      </dsp:txBody>
      <dsp:txXfrm>
        <a:off x="3221868" y="342303"/>
        <a:ext cx="1461714" cy="1461714"/>
      </dsp:txXfrm>
    </dsp:sp>
    <dsp:sp modelId="{6AEF56CE-F848-4F11-B983-C1B5252BEFD0}">
      <dsp:nvSpPr>
        <dsp:cNvPr id="0" name=""/>
        <dsp:cNvSpPr/>
      </dsp:nvSpPr>
      <dsp:spPr>
        <a:xfrm>
          <a:off x="1239452" y="2166569"/>
          <a:ext cx="1619864" cy="1619864"/>
        </a:xfrm>
        <a:prstGeom prst="roundRect">
          <a:avLst/>
        </a:prstGeom>
        <a:solidFill>
          <a:schemeClr val="accent2">
            <a:hueOff val="4295743"/>
            <a:satOff val="-12329"/>
            <a:lumOff val="-19739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Right Side: Micro-USB  </a:t>
          </a:r>
        </a:p>
      </dsp:txBody>
      <dsp:txXfrm>
        <a:off x="1318527" y="2245644"/>
        <a:ext cx="1461714" cy="1461714"/>
      </dsp:txXfrm>
    </dsp:sp>
    <dsp:sp modelId="{AD3BEB38-CE5C-41F6-8E09-3C6C9378ACFD}">
      <dsp:nvSpPr>
        <dsp:cNvPr id="0" name=""/>
        <dsp:cNvSpPr/>
      </dsp:nvSpPr>
      <dsp:spPr>
        <a:xfrm>
          <a:off x="3142793" y="2166569"/>
          <a:ext cx="1619864" cy="1619864"/>
        </a:xfrm>
        <a:prstGeom prst="roundRect">
          <a:avLst/>
        </a:prstGeom>
        <a:solidFill>
          <a:schemeClr val="accent2">
            <a:hueOff val="6443614"/>
            <a:satOff val="-18493"/>
            <a:lumOff val="-29609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Heart LED: blinks with rhythm</a:t>
          </a:r>
        </a:p>
      </dsp:txBody>
      <dsp:txXfrm>
        <a:off x="3221868" y="2245644"/>
        <a:ext cx="1461714" cy="1461714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0DBDA16-2DB7-4BE0-9900-813C128D03C9}">
      <dsp:nvSpPr>
        <dsp:cNvPr id="0" name=""/>
        <dsp:cNvSpPr/>
      </dsp:nvSpPr>
      <dsp:spPr>
        <a:xfrm>
          <a:off x="2456375" y="2904931"/>
          <a:ext cx="480609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480609" y="45720"/>
              </a:lnTo>
            </a:path>
          </a:pathLst>
        </a:custGeom>
        <a:noFill/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B69DD4E-578D-4112-AF14-7514BDCF39AE}">
      <dsp:nvSpPr>
        <dsp:cNvPr id="0" name=""/>
        <dsp:cNvSpPr/>
      </dsp:nvSpPr>
      <dsp:spPr>
        <a:xfrm>
          <a:off x="2456375" y="1400686"/>
          <a:ext cx="480609" cy="51665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240304" y="0"/>
              </a:lnTo>
              <a:lnTo>
                <a:pt x="240304" y="516655"/>
              </a:lnTo>
              <a:lnTo>
                <a:pt x="480609" y="516655"/>
              </a:lnTo>
            </a:path>
          </a:pathLst>
        </a:custGeom>
        <a:noFill/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331F421-1CDA-4DAE-AB1F-1A39EC59539D}">
      <dsp:nvSpPr>
        <dsp:cNvPr id="0" name=""/>
        <dsp:cNvSpPr/>
      </dsp:nvSpPr>
      <dsp:spPr>
        <a:xfrm>
          <a:off x="2456375" y="884030"/>
          <a:ext cx="480609" cy="516655"/>
        </a:xfrm>
        <a:custGeom>
          <a:avLst/>
          <a:gdLst/>
          <a:ahLst/>
          <a:cxnLst/>
          <a:rect l="0" t="0" r="0" b="0"/>
          <a:pathLst>
            <a:path>
              <a:moveTo>
                <a:pt x="0" y="516655"/>
              </a:moveTo>
              <a:lnTo>
                <a:pt x="240304" y="516655"/>
              </a:lnTo>
              <a:lnTo>
                <a:pt x="240304" y="0"/>
              </a:lnTo>
              <a:lnTo>
                <a:pt x="480609" y="0"/>
              </a:lnTo>
            </a:path>
          </a:pathLst>
        </a:custGeom>
        <a:noFill/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46EC45E-FBEB-4B97-9161-F6E7970F9F97}">
      <dsp:nvSpPr>
        <dsp:cNvPr id="0" name=""/>
        <dsp:cNvSpPr/>
      </dsp:nvSpPr>
      <dsp:spPr>
        <a:xfrm>
          <a:off x="53327" y="910"/>
          <a:ext cx="2403047" cy="732929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5875" tIns="15875" rIns="15875" bIns="15875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2500" kern="1200"/>
            <a:t>AD8232 AFE IC  Overview</a:t>
          </a:r>
          <a:endParaRPr lang="en-US" sz="2500" kern="1200"/>
        </a:p>
      </dsp:txBody>
      <dsp:txXfrm>
        <a:off x="53327" y="910"/>
        <a:ext cx="2403047" cy="732929"/>
      </dsp:txXfrm>
    </dsp:sp>
    <dsp:sp modelId="{B1D59100-1261-4264-8458-CD9988B473C5}">
      <dsp:nvSpPr>
        <dsp:cNvPr id="0" name=""/>
        <dsp:cNvSpPr/>
      </dsp:nvSpPr>
      <dsp:spPr>
        <a:xfrm>
          <a:off x="53327" y="1034221"/>
          <a:ext cx="2403047" cy="732929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5875" tIns="15875" rIns="15875" bIns="15875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2500" kern="1200"/>
            <a:t>Internal HP/LP filtering  </a:t>
          </a:r>
          <a:endParaRPr lang="en-US" sz="2500" kern="1200"/>
        </a:p>
      </dsp:txBody>
      <dsp:txXfrm>
        <a:off x="53327" y="1034221"/>
        <a:ext cx="2403047" cy="732929"/>
      </dsp:txXfrm>
    </dsp:sp>
    <dsp:sp modelId="{2F0159BD-8E6D-42C8-A1FA-F322BFF9F006}">
      <dsp:nvSpPr>
        <dsp:cNvPr id="0" name=""/>
        <dsp:cNvSpPr/>
      </dsp:nvSpPr>
      <dsp:spPr>
        <a:xfrm>
          <a:off x="2936985" y="517566"/>
          <a:ext cx="2403047" cy="732929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5875" tIns="15875" rIns="15875" bIns="15875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2500" kern="1200"/>
            <a:t>High-Pass Filter (HPF): ~0.5Hz</a:t>
          </a:r>
          <a:endParaRPr lang="en-US" sz="2500" kern="1200"/>
        </a:p>
      </dsp:txBody>
      <dsp:txXfrm>
        <a:off x="2936985" y="517566"/>
        <a:ext cx="2403047" cy="732929"/>
      </dsp:txXfrm>
    </dsp:sp>
    <dsp:sp modelId="{1C06868D-2082-42B7-94D3-B16DBA13CD6A}">
      <dsp:nvSpPr>
        <dsp:cNvPr id="0" name=""/>
        <dsp:cNvSpPr/>
      </dsp:nvSpPr>
      <dsp:spPr>
        <a:xfrm>
          <a:off x="2936985" y="1550876"/>
          <a:ext cx="2403047" cy="732929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5875" tIns="15875" rIns="15875" bIns="15875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2500" kern="1200"/>
            <a:t>Low-Pass Filter (LPF): ~40Hz</a:t>
          </a:r>
          <a:endParaRPr lang="en-US" sz="2500" kern="1200"/>
        </a:p>
      </dsp:txBody>
      <dsp:txXfrm>
        <a:off x="2936985" y="1550876"/>
        <a:ext cx="2403047" cy="732929"/>
      </dsp:txXfrm>
    </dsp:sp>
    <dsp:sp modelId="{0B122661-5668-4526-8B56-D4EC340F942A}">
      <dsp:nvSpPr>
        <dsp:cNvPr id="0" name=""/>
        <dsp:cNvSpPr/>
      </dsp:nvSpPr>
      <dsp:spPr>
        <a:xfrm>
          <a:off x="53327" y="2584187"/>
          <a:ext cx="2403047" cy="732929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5875" tIns="15875" rIns="15875" bIns="15875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2500" kern="1200"/>
            <a:t>External LP (1k</a:t>
          </a:r>
          <a:r>
            <a:rPr lang="el-GR" sz="2500" kern="1200"/>
            <a:t>Ω + 10µ</a:t>
          </a:r>
          <a:r>
            <a:rPr lang="en-IN" sz="2500" kern="1200"/>
            <a:t>F RC)</a:t>
          </a:r>
          <a:endParaRPr lang="en-US" sz="2500" kern="1200"/>
        </a:p>
      </dsp:txBody>
      <dsp:txXfrm>
        <a:off x="53327" y="2584187"/>
        <a:ext cx="2403047" cy="732929"/>
      </dsp:txXfrm>
    </dsp:sp>
    <dsp:sp modelId="{68DED247-20B2-4123-9AFB-6FD0583A82C0}">
      <dsp:nvSpPr>
        <dsp:cNvPr id="0" name=""/>
        <dsp:cNvSpPr/>
      </dsp:nvSpPr>
      <dsp:spPr>
        <a:xfrm>
          <a:off x="2936985" y="2584187"/>
          <a:ext cx="2403047" cy="732929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5875" tIns="15875" rIns="15875" bIns="15875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2500" kern="1200"/>
            <a:t>Attenuate 50Hz power-line noise</a:t>
          </a:r>
          <a:endParaRPr lang="en-US" sz="2500" kern="1200"/>
        </a:p>
      </dsp:txBody>
      <dsp:txXfrm>
        <a:off x="2936985" y="2584187"/>
        <a:ext cx="2403047" cy="732929"/>
      </dsp:txXfrm>
    </dsp:sp>
    <dsp:sp modelId="{8C13F861-0A05-43B5-8C03-E534C94BE594}">
      <dsp:nvSpPr>
        <dsp:cNvPr id="0" name=""/>
        <dsp:cNvSpPr/>
      </dsp:nvSpPr>
      <dsp:spPr>
        <a:xfrm>
          <a:off x="53327" y="3617497"/>
          <a:ext cx="2403047" cy="732929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5875" tIns="15875" rIns="15875" bIns="15875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2500" kern="1200"/>
            <a:t>Output swing: ~1Vpp </a:t>
          </a:r>
          <a:endParaRPr lang="en-US" sz="2500" kern="1200"/>
        </a:p>
      </dsp:txBody>
      <dsp:txXfrm>
        <a:off x="53327" y="3617497"/>
        <a:ext cx="2403047" cy="732929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2EAA614-829A-4DEA-8812-878AE3B6BCD3}">
      <dsp:nvSpPr>
        <dsp:cNvPr id="0" name=""/>
        <dsp:cNvSpPr/>
      </dsp:nvSpPr>
      <dsp:spPr>
        <a:xfrm>
          <a:off x="0" y="1781"/>
          <a:ext cx="6589260" cy="958230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8590" tIns="148590" rIns="148590" bIns="148590" numCol="1" spcCol="1270" anchor="ctr" anchorCtr="0">
          <a:noAutofit/>
        </a:bodyPr>
        <a:lstStyle/>
        <a:p>
          <a:pPr marL="0" lvl="0" indent="0" algn="l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3900" kern="1200"/>
            <a:t>System Initialization</a:t>
          </a:r>
          <a:endParaRPr lang="en-US" sz="3900" kern="1200"/>
        </a:p>
      </dsp:txBody>
      <dsp:txXfrm>
        <a:off x="46777" y="48558"/>
        <a:ext cx="6495706" cy="864676"/>
      </dsp:txXfrm>
    </dsp:sp>
    <dsp:sp modelId="{4BDD2FF4-8069-43C8-AB9B-7E459DB6EB06}">
      <dsp:nvSpPr>
        <dsp:cNvPr id="0" name=""/>
        <dsp:cNvSpPr/>
      </dsp:nvSpPr>
      <dsp:spPr>
        <a:xfrm>
          <a:off x="0" y="1072331"/>
          <a:ext cx="6589260" cy="958230"/>
        </a:xfrm>
        <a:prstGeom prst="roundRect">
          <a:avLst/>
        </a:prstGeom>
        <a:solidFill>
          <a:schemeClr val="accent5">
            <a:hueOff val="-3038037"/>
            <a:satOff val="-207"/>
            <a:lumOff val="49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8590" tIns="148590" rIns="148590" bIns="148590" numCol="1" spcCol="1270" anchor="ctr" anchorCtr="0">
          <a:noAutofit/>
        </a:bodyPr>
        <a:lstStyle/>
        <a:p>
          <a:pPr marL="0" lvl="0" indent="0" algn="l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3900" kern="1200"/>
            <a:t>DNS Redirection</a:t>
          </a:r>
          <a:endParaRPr lang="en-US" sz="3900" kern="1200"/>
        </a:p>
      </dsp:txBody>
      <dsp:txXfrm>
        <a:off x="46777" y="1119108"/>
        <a:ext cx="6495706" cy="864676"/>
      </dsp:txXfrm>
    </dsp:sp>
    <dsp:sp modelId="{B9EA9F8B-486D-4074-A391-3C683768DF04}">
      <dsp:nvSpPr>
        <dsp:cNvPr id="0" name=""/>
        <dsp:cNvSpPr/>
      </dsp:nvSpPr>
      <dsp:spPr>
        <a:xfrm>
          <a:off x="0" y="2142881"/>
          <a:ext cx="6589260" cy="958230"/>
        </a:xfrm>
        <a:prstGeom prst="roundRect">
          <a:avLst/>
        </a:prstGeom>
        <a:solidFill>
          <a:schemeClr val="accent5">
            <a:hueOff val="-6076075"/>
            <a:satOff val="-413"/>
            <a:lumOff val="981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8590" tIns="148590" rIns="148590" bIns="148590" numCol="1" spcCol="1270" anchor="ctr" anchorCtr="0">
          <a:noAutofit/>
        </a:bodyPr>
        <a:lstStyle/>
        <a:p>
          <a:pPr marL="0" lvl="0" indent="0" algn="l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3900" kern="1200"/>
            <a:t>WebSocket Event Handling</a:t>
          </a:r>
          <a:endParaRPr lang="en-US" sz="3900" kern="1200"/>
        </a:p>
      </dsp:txBody>
      <dsp:txXfrm>
        <a:off x="46777" y="2189658"/>
        <a:ext cx="6495706" cy="864676"/>
      </dsp:txXfrm>
    </dsp:sp>
    <dsp:sp modelId="{C0A79208-42DE-44F8-8C65-E2684A053AFF}">
      <dsp:nvSpPr>
        <dsp:cNvPr id="0" name=""/>
        <dsp:cNvSpPr/>
      </dsp:nvSpPr>
      <dsp:spPr>
        <a:xfrm>
          <a:off x="0" y="3213431"/>
          <a:ext cx="6589260" cy="958230"/>
        </a:xfrm>
        <a:prstGeom prst="roundRect">
          <a:avLst/>
        </a:prstGeom>
        <a:solidFill>
          <a:schemeClr val="accent5">
            <a:hueOff val="-9114112"/>
            <a:satOff val="-620"/>
            <a:lumOff val="1471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8590" tIns="148590" rIns="148590" bIns="148590" numCol="1" spcCol="1270" anchor="ctr" anchorCtr="0">
          <a:noAutofit/>
        </a:bodyPr>
        <a:lstStyle/>
        <a:p>
          <a:pPr marL="0" lvl="0" indent="0" algn="l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3900" kern="1200"/>
            <a:t>ECG Data Acquisition</a:t>
          </a:r>
          <a:endParaRPr lang="en-US" sz="3900" kern="1200"/>
        </a:p>
      </dsp:txBody>
      <dsp:txXfrm>
        <a:off x="46777" y="3260208"/>
        <a:ext cx="6495706" cy="864676"/>
      </dsp:txXfrm>
    </dsp:sp>
    <dsp:sp modelId="{F43472AD-6B7D-4FB4-9315-7F54D0F6E7EF}">
      <dsp:nvSpPr>
        <dsp:cNvPr id="0" name=""/>
        <dsp:cNvSpPr/>
      </dsp:nvSpPr>
      <dsp:spPr>
        <a:xfrm>
          <a:off x="0" y="4283981"/>
          <a:ext cx="6589260" cy="958230"/>
        </a:xfrm>
        <a:prstGeom prst="roundRect">
          <a:avLst/>
        </a:prstGeom>
        <a:solidFill>
          <a:schemeClr val="accent5">
            <a:hueOff val="-12152150"/>
            <a:satOff val="-826"/>
            <a:lumOff val="1961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8590" tIns="148590" rIns="148590" bIns="148590" numCol="1" spcCol="1270" anchor="ctr" anchorCtr="0">
          <a:noAutofit/>
        </a:bodyPr>
        <a:lstStyle/>
        <a:p>
          <a:pPr marL="0" lvl="0" indent="0" algn="l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3900" kern="1200"/>
            <a:t>OTA and Updates</a:t>
          </a:r>
          <a:endParaRPr lang="en-US" sz="3900" kern="1200"/>
        </a:p>
      </dsp:txBody>
      <dsp:txXfrm>
        <a:off x="46777" y="4330758"/>
        <a:ext cx="6495706" cy="86467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matrix2">
  <dgm:title val=""/>
  <dgm:desc val=""/>
  <dgm:catLst>
    <dgm:cat type="matrix" pri="3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0" destOrd="0"/>
        <dgm:cxn modelId="8" srcId="0" destId="4" srcOrd="1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matrix">
    <dgm:varLst>
      <dgm:chMax val="1"/>
      <dgm:dir/>
      <dgm:resizeHandles val="exact"/>
    </dgm:varLst>
    <dgm:alg type="composite">
      <dgm:param type="ar" val="1"/>
    </dgm:alg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axisShape" refType="w"/>
          <dgm:constr type="h" for="ch" forName="axisShape" refType="h"/>
          <dgm:constr type="w" for="ch" forName="rect1" refType="w" fact="0.4"/>
          <dgm:constr type="h" for="ch" forName="rect1" refType="w" fact="0.4"/>
          <dgm:constr type="l" for="ch" forName="rect1" refType="w" fact="0.065"/>
          <dgm:constr type="t" for="ch" forName="rect1" refType="h" fact="0.065"/>
          <dgm:constr type="w" for="ch" forName="rect2" refType="w" fact="0.4"/>
          <dgm:constr type="h" for="ch" forName="rect2" refType="h" fact="0.4"/>
          <dgm:constr type="r" for="ch" forName="rect2" refType="w" fact="0.935"/>
          <dgm:constr type="t" for="ch" forName="rect2" refType="h" fact="0.065"/>
          <dgm:constr type="w" for="ch" forName="rect3" refType="w" fact="0.4"/>
          <dgm:constr type="h" for="ch" forName="rect3" refType="w" fact="0.4"/>
          <dgm:constr type="l" for="ch" forName="rect3" refType="w" fact="0.065"/>
          <dgm:constr type="b" for="ch" forName="rect3" refType="h" fact="0.935"/>
          <dgm:constr type="w" for="ch" forName="rect4" refType="w" fact="0.4"/>
          <dgm:constr type="h" for="ch" forName="rect4" refType="h" fact="0.4"/>
          <dgm:constr type="r" for="ch" forName="rect4" refType="w" fact="0.935"/>
          <dgm:constr type="b" for="ch" forName="rect4" refType="h" fact="0.935"/>
        </dgm:constrLst>
      </dgm:if>
      <dgm:else name="Name2">
        <dgm:constrLst>
          <dgm:constr type="primFontSz" for="ch" ptType="node" op="equ" val="65"/>
          <dgm:constr type="w" for="ch" forName="axisShape" refType="w"/>
          <dgm:constr type="h" for="ch" forName="axisShape" refType="h"/>
          <dgm:constr type="w" for="ch" forName="rect1" refType="w" fact="0.4"/>
          <dgm:constr type="h" for="ch" forName="rect1" refType="w" fact="0.4"/>
          <dgm:constr type="r" for="ch" forName="rect1" refType="w" fact="0.935"/>
          <dgm:constr type="t" for="ch" forName="rect1" refType="h" fact="0.065"/>
          <dgm:constr type="w" for="ch" forName="rect2" refType="w" fact="0.4"/>
          <dgm:constr type="h" for="ch" forName="rect2" refType="h" fact="0.4"/>
          <dgm:constr type="l" for="ch" forName="rect2" refType="w" fact="0.065"/>
          <dgm:constr type="t" for="ch" forName="rect2" refType="h" fact="0.065"/>
          <dgm:constr type="w" for="ch" forName="rect3" refType="w" fact="0.4"/>
          <dgm:constr type="h" for="ch" forName="rect3" refType="w" fact="0.4"/>
          <dgm:constr type="r" for="ch" forName="rect3" refType="w" fact="0.935"/>
          <dgm:constr type="b" for="ch" forName="rect3" refType="h" fact="0.935"/>
          <dgm:constr type="w" for="ch" forName="rect4" refType="w" fact="0.4"/>
          <dgm:constr type="h" for="ch" forName="rect4" refType="h" fact="0.4"/>
          <dgm:constr type="l" for="ch" forName="rect4" refType="w" fact="0.065"/>
          <dgm:constr type="b" for="ch" forName="rect4" refType="h" fact="0.935"/>
        </dgm:constrLst>
      </dgm:else>
    </dgm:choose>
    <dgm:ruleLst/>
    <dgm:choose name="Name3">
      <dgm:if name="Name4" axis="ch" ptType="node" func="cnt" op="gte" val="1">
        <dgm:layoutNode name="axisShape" styleLbl="bgShp">
          <dgm:alg type="sp"/>
          <dgm:shape xmlns:r="http://schemas.openxmlformats.org/officeDocument/2006/relationships" type="quadArrow" r:blip="">
            <dgm:adjLst>
              <dgm:adj idx="1" val="0.02"/>
              <dgm:adj idx="2" val="0.04"/>
              <dgm:adj idx="3" val="0.05"/>
            </dgm:adjLst>
          </dgm:shape>
          <dgm:presOf/>
          <dgm:constrLst/>
          <dgm:ruleLst/>
        </dgm:layoutNode>
        <dgm:layoutNode name="rect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1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rect2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2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rect3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3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rect4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4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if>
      <dgm:else name="Name5"/>
    </dgm:choose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9/3/layout/HorizontalOrganizationChart">
  <dgm:title val=""/>
  <dgm:desc val=""/>
  <dgm:catLst>
    <dgm:cat type="hierarchy" pri="430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T"/>
          <dgm:param type="chAlign" val="l"/>
        </dgm:alg>
      </dgm:if>
      <dgm:else name="Name2">
        <dgm:alg type="hierChild">
          <dgm:param type="linDir" val="fromT"/>
          <dgm:param type="ch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305"/>
      <dgm:constr type="w" for="des" forName="rootComposite" refType="w" fact="10"/>
      <dgm:constr type="h" for="des" forName="rootComposite" refType="w" refFor="des" refForName="rootComposite1" fact="0.305"/>
      <dgm:constr type="w" for="des" forName="rootComposite3" refType="w" fact="10"/>
      <dgm:constr type="h" for="des" forName="rootComposite3" refType="w" refFor="des" refForName="rootComposite1" fact="0.305"/>
      <dgm:constr type="primFontSz" for="des" ptType="node" op="equ"/>
      <dgm:constr type="sp" for="des" op="equ"/>
      <dgm:constr type="sp" for="des" forName="hierRoot1" refType="w" refFor="des" refForName="rootComposite1" fact="0.2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125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125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func="var" arg="dir" op="equ" val="norm">
                  <dgm:alg type="hierRoot">
                    <dgm:param type="hierAlign" val="lT"/>
                  </dgm:alg>
                  <dgm:constrLst>
                    <dgm:constr type="alignOff" val="0.75"/>
                  </dgm:constrLst>
                </dgm:if>
                <dgm:else name="Name9">
                  <dgm:alg type="hierRoot">
                    <dgm:param type="hierAlign" val="rT"/>
                  </dgm:alg>
                  <dgm:constrLst>
                    <dgm:constr type="alignOff" val="0.75"/>
                  </dgm:constrLst>
                </dgm:else>
              </dgm:choose>
            </dgm:if>
            <dgm:if name="Name10" func="var" arg="hierBranch" op="equ" val="r">
              <dgm:choose name="Name11">
                <dgm:if name="Name12" func="var" arg="dir" op="equ" val="norm">
                  <dgm:alg type="hierRoot">
                    <dgm:param type="hierAlign" val="lB"/>
                  </dgm:alg>
                  <dgm:constrLst>
                    <dgm:constr type="alignOff" val="0.75"/>
                  </dgm:constrLst>
                </dgm:if>
                <dgm:else name="Name13">
                  <dgm:alg type="hierRoot">
                    <dgm:param type="hierAlign" val="rB"/>
                  </dgm:alg>
                  <dgm:constrLst>
                    <dgm:constr type="alignOff" val="0.75"/>
                  </dgm:constrLst>
                </dgm:else>
              </dgm:choose>
            </dgm:if>
            <dgm:if name="Name14" func="var" arg="hierBranch" op="equ" val="hang">
              <dgm:choose name="Name15">
                <dgm:if name="Name16" func="var" arg="dir" op="equ" val="norm">
                  <dgm:alg type="hierRoot">
                    <dgm:param type="hierAlign" val="lCtrCh"/>
                  </dgm:alg>
                  <dgm:constrLst>
                    <dgm:constr type="alignOff" val="0.65"/>
                  </dgm:constrLst>
                </dgm:if>
                <dgm:else name="Name17">
                  <dgm:alg type="hierRoot">
                    <dgm:param type="hierAlign" val="rCtrCh"/>
                  </dgm:alg>
                  <dgm:constrLst>
                    <dgm:constr type="alignOff" val="0.65"/>
                  </dgm:constrLst>
                </dgm:else>
              </dgm:choose>
            </dgm:if>
            <dgm:else name="Name18">
              <dgm:choose name="Name19">
                <dgm:if name="Name20" func="var" arg="dir" op="equ" val="norm">
                  <dgm:alg type="hierRoot">
                    <dgm:param type="hierAlign" val="lCtrCh"/>
                  </dgm:alg>
                  <dgm:constrLst>
                    <dgm:constr type="alignOff"/>
                    <dgm:constr type="bendDist" for="des" ptType="parTrans" refType="sp" fact="0.5"/>
                  </dgm:constrLst>
                </dgm:if>
                <dgm:else name="Name21">
                  <dgm:alg type="hierRoot">
                    <dgm:param type="hierAlign" val="rCtrCh"/>
                  </dgm:alg>
                  <dgm:constrLst>
                    <dgm:constr type="alignOff"/>
                    <dgm:constr type="bendDist" for="des" ptType="parTrans" refType="sp" fact="0.5"/>
                  </dgm:constrLst>
                </dgm:else>
              </dgm:choose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22">
              <dgm:if name="Name23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24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25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6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7">
              <dgm:if name="Name28" func="var" arg="hierBranch" op="equ" val="l">
                <dgm:choose name="Name29">
                  <dgm:if name="Name30" func="var" arg="dir" op="equ" val="norm">
                    <dgm:alg type="hierChild">
                      <dgm:param type="chAlign" val="t"/>
                      <dgm:param type="linDir" val="fromL"/>
                    </dgm:alg>
                  </dgm:if>
                  <dgm:else name="Name31">
                    <dgm:alg type="hierChild">
                      <dgm:param type="chAlign" val="t"/>
                      <dgm:param type="linDir" val="fromR"/>
                    </dgm:alg>
                  </dgm:else>
                </dgm:choose>
              </dgm:if>
              <dgm:if name="Name32" func="var" arg="hierBranch" op="equ" val="r">
                <dgm:choose name="Name33">
                  <dgm:if name="Name34" func="var" arg="dir" op="equ" val="norm">
                    <dgm:alg type="hierChild">
                      <dgm:param type="chAlign" val="b"/>
                      <dgm:param type="linDir" val="fromL"/>
                    </dgm:alg>
                  </dgm:if>
                  <dgm:else name="Name35">
                    <dgm:alg type="hierChild">
                      <dgm:param type="chAlign" val="b"/>
                      <dgm:param type="linDir" val="fromR"/>
                    </dgm:alg>
                  </dgm:else>
                </dgm:choose>
              </dgm:if>
              <dgm:if name="Name36" func="var" arg="hierBranch" op="equ" val="hang">
                <dgm:choose name="Name37">
                  <dgm:if name="Name38" func="var" arg="dir" op="equ" val="norm">
                    <dgm:alg type="hierChild">
                      <dgm:param type="chAlign" val="l"/>
                      <dgm:param type="linDir" val="fromT"/>
                      <dgm:param type="secChAlign" val="t"/>
                      <dgm:param type="secLinDir" val="fromL"/>
                    </dgm:alg>
                  </dgm:if>
                  <dgm:else name="Name39">
                    <dgm:alg type="hierChild">
                      <dgm:param type="chAlign" val="r"/>
                      <dgm:param type="linDir" val="fromT"/>
                      <dgm:param type="secChAlign" val="t"/>
                      <dgm:param type="secLinDir" val="fromR"/>
                    </dgm:alg>
                  </dgm:else>
                </dgm:choose>
              </dgm:if>
              <dgm:else name="Name40">
                <dgm:choose name="Name41">
                  <dgm:if name="Name42" func="var" arg="dir" op="equ" val="norm">
                    <dgm:alg type="hierChild">
                      <dgm:param type="linDir" val="fromT"/>
                      <dgm:param type="chAlign" val="l"/>
                    </dgm:alg>
                  </dgm:if>
                  <dgm:else name="Name43">
                    <dgm:alg type="hierChild">
                      <dgm:param type="linDir" val="fromT"/>
                      <dgm:param type="chAlign" val="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44" axis="precedSib" ptType="parTrans" st="-1" cnt="1">
                <dgm:choose name="Name45">
                  <dgm:if name="Name46" func="var" arg="hierBranch" op="equ" val="hang">
                    <dgm:layoutNode name="Name47">
                      <dgm:choose name="Name48">
                        <dgm:if name="Name49" func="var" arg="dir" op="equ" val="norm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R"/>
                            <dgm:param type="endPts" val="bCtr tCtr"/>
                          </dgm:alg>
                        </dgm:if>
                        <dgm:else name="Name50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L"/>
                            <dgm:param type="endPts" val="bCtr tCtr"/>
                          </dgm:alg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51" func="var" arg="hierBranch" op="equ" val="l">
                    <dgm:layoutNode name="Name52">
                      <dgm:choose name="Name53">
                        <dgm:if name="Name54" func="var" arg="dir" op="equ" val="norm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R"/>
                            <dgm:param type="endPts" val="tCtr"/>
                          </dgm:alg>
                        </dgm:if>
                        <dgm:else name="Name55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L"/>
                            <dgm:param type="endPts" val="tCtr"/>
                          </dgm:alg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56" func="var" arg="hierBranch" op="equ" val="r">
                    <dgm:layoutNode name="Name57">
                      <dgm:choose name="Name58">
                        <dgm:if name="Name59" func="var" arg="dir" op="equ" val="norm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R"/>
                            <dgm:param type="endPts" val="bCtr"/>
                          </dgm:alg>
                        </dgm:if>
                        <dgm:else name="Name60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L"/>
                            <dgm:param type="endPts" val="bCtr"/>
                          </dgm:alg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61">
                    <dgm:choose name="Name62">
                      <dgm:if name="Name63" func="var" arg="dir" op="equ" val="norm">
                        <dgm:layoutNode name="Name64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R"/>
                            <dgm:param type="endPts" val="midL"/>
                            <dgm:param type="bendPt" val="end"/>
                          </dgm:alg>
                          <dgm:shape xmlns:r="http://schemas.openxmlformats.org/officeDocument/2006/relationships" type="conn" r:blip="" zOrderOff="-99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if>
                      <dgm:else name="Name65">
                        <dgm:layoutNode name="Name66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L"/>
                            <dgm:param type="endPts" val="midR"/>
                            <dgm:param type="bendPt" val="end"/>
                          </dgm:alg>
                          <dgm:shape xmlns:r="http://schemas.openxmlformats.org/officeDocument/2006/relationships" type="conn" r:blip="" zOrderOff="-99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else>
                    </dgm:choos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67">
                  <dgm:if name="Name68" func="var" arg="hierBranch" op="equ" val="l">
                    <dgm:choose name="Name69">
                      <dgm:if name="Name70" func="var" arg="dir" op="equ" val="norm">
                        <dgm:alg type="hierRoot">
                          <dgm:param type="hierAlign" val="lT"/>
                        </dgm:alg>
                        <dgm:constrLst>
                          <dgm:constr type="alignOff" val="0.75"/>
                        </dgm:constrLst>
                      </dgm:if>
                      <dgm:else name="Name71">
                        <dgm:alg type="hierRoot">
                          <dgm:param type="hierAlign" val="rT"/>
                        </dgm:alg>
                        <dgm:constrLst>
                          <dgm:constr type="alignOff" val="0.75"/>
                        </dgm:constrLst>
                      </dgm:else>
                    </dgm:choose>
                  </dgm:if>
                  <dgm:if name="Name72" func="var" arg="hierBranch" op="equ" val="r">
                    <dgm:choose name="Name73">
                      <dgm:if name="Name74" func="var" arg="dir" op="equ" val="norm">
                        <dgm:alg type="hierRoot">
                          <dgm:param type="hierAlign" val="lB"/>
                        </dgm:alg>
                        <dgm:constrLst>
                          <dgm:constr type="alignOff" val="0.75"/>
                        </dgm:constrLst>
                      </dgm:if>
                      <dgm:else name="Name75">
                        <dgm:alg type="hierRoot">
                          <dgm:param type="hierAlign" val="rB"/>
                        </dgm:alg>
                        <dgm:constrLst>
                          <dgm:constr type="alignOff" val="0.75"/>
                        </dgm:constrLst>
                      </dgm:else>
                    </dgm:choose>
                  </dgm:if>
                  <dgm:if name="Name76" func="var" arg="hierBranch" op="equ" val="hang">
                    <dgm:choose name="Name77">
                      <dgm:if name="Name78" func="var" arg="dir" op="equ" val="norm">
                        <dgm:alg type="hierRoot">
                          <dgm:param type="hierAlign" val="lCtrCh"/>
                        </dgm:alg>
                        <dgm:constrLst>
                          <dgm:constr type="alignOff" val="0.65"/>
                        </dgm:constrLst>
                      </dgm:if>
                      <dgm:else name="Name79">
                        <dgm:alg type="hierRoot">
                          <dgm:param type="hierAlign" val="rCtrCh"/>
                        </dgm:alg>
                        <dgm:constrLst>
                          <dgm:constr type="alignOff" val="0.65"/>
                        </dgm:constrLst>
                      </dgm:else>
                    </dgm:choose>
                  </dgm:if>
                  <dgm:else name="Name80">
                    <dgm:choose name="Name81">
                      <dgm:if name="Name82" func="var" arg="dir" op="equ" val="norm">
                        <dgm:alg type="hierRoot">
                          <dgm:param type="hierAlign" val="lCtrCh"/>
                        </dgm:alg>
                        <dgm:constrLst>
                          <dgm:constr type="alignOff"/>
                          <dgm:constr type="bendDist" for="des" ptType="parTrans" refType="sp" fact="0.5"/>
                        </dgm:constrLst>
                      </dgm:if>
                      <dgm:else name="Name83">
                        <dgm:alg type="hierRoot">
                          <dgm:param type="hierAlign" val="rCtrCh"/>
                        </dgm:alg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84">
                    <dgm:if name="Name85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6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7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88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89">
                    <dgm:if name="Name90" func="var" arg="hierBranch" op="equ" val="l">
                      <dgm:choose name="Name91">
                        <dgm:if name="Name92" func="var" arg="dir" op="equ" val="norm">
                          <dgm:alg type="hierChild">
                            <dgm:param type="chAlign" val="t"/>
                            <dgm:param type="linDir" val="fromL"/>
                          </dgm:alg>
                        </dgm:if>
                        <dgm:else name="Name93">
                          <dgm:alg type="hierChild">
                            <dgm:param type="chAlign" val="t"/>
                            <dgm:param type="linDir" val="fromR"/>
                          </dgm:alg>
                        </dgm:else>
                      </dgm:choose>
                    </dgm:if>
                    <dgm:if name="Name94" func="var" arg="hierBranch" op="equ" val="r">
                      <dgm:choose name="Name95">
                        <dgm:if name="Name96" func="var" arg="dir" op="equ" val="norm">
                          <dgm:alg type="hierChild">
                            <dgm:param type="chAlign" val="b"/>
                            <dgm:param type="linDir" val="fromL"/>
                          </dgm:alg>
                        </dgm:if>
                        <dgm:else name="Name97">
                          <dgm:alg type="hierChild">
                            <dgm:param type="chAlign" val="b"/>
                            <dgm:param type="linDir" val="fromR"/>
                          </dgm:alg>
                        </dgm:else>
                      </dgm:choose>
                    </dgm:if>
                    <dgm:if name="Name98" func="var" arg="hierBranch" op="equ" val="hang">
                      <dgm:choose name="Name99">
                        <dgm:if name="Name100" func="var" arg="dir" op="equ" val="norm">
                          <dgm:alg type="hierChild">
                            <dgm:param type="chAlign" val="l"/>
                            <dgm:param type="linDir" val="fromT"/>
                            <dgm:param type="secChAlign" val="t"/>
                            <dgm:param type="secLinDir" val="fromL"/>
                          </dgm:alg>
                        </dgm:if>
                        <dgm:else name="Name101">
                          <dgm:alg type="hierChild">
                            <dgm:param type="chAlign" val="r"/>
                            <dgm:param type="linDir" val="fromT"/>
                            <dgm:param type="secChAlign" val="t"/>
                            <dgm:param type="secLinDir" val="fromR"/>
                          </dgm:alg>
                        </dgm:else>
                      </dgm:choose>
                    </dgm:if>
                    <dgm:else name="Name102">
                      <dgm:choose name="Name103">
                        <dgm:if name="Name104" func="var" arg="dir" op="equ" val="norm">
                          <dgm:alg type="hierChild">
                            <dgm:param type="linDir" val="fromT"/>
                            <dgm:param type="chAlign" val="l"/>
                          </dgm:alg>
                        </dgm:if>
                        <dgm:else name="Name105">
                          <dgm:alg type="hierChild">
                            <dgm:param type="linDir" val="fromT"/>
                            <dgm:param type="ch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6" ref="rep2a"/>
                </dgm:layoutNode>
                <dgm:layoutNode name="hierChild5">
                  <dgm:choose name="Name107">
                    <dgm:if name="Name108" func="var" arg="dir" op="equ" val="norm">
                      <dgm:alg type="hierChild">
                        <dgm:param type="chAlign" val="l"/>
                        <dgm:param type="linDir" val="fromT"/>
                        <dgm:param type="secChAlign" val="t"/>
                        <dgm:param type="secLinDir" val="fromL"/>
                      </dgm:alg>
                    </dgm:if>
                    <dgm:else name="Name109">
                      <dgm:alg type="hierChild">
                        <dgm:param type="chAlign" val="r"/>
                        <dgm:param type="linDir" val="fromT"/>
                        <dgm:param type="secChAlign" val="t"/>
                        <dgm:param type="sec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10" ref="rep2b"/>
                </dgm:layoutNode>
              </dgm:layoutNode>
            </dgm:forEach>
          </dgm:layoutNode>
          <dgm:layoutNode name="hierChild3">
            <dgm:choose name="Name111">
              <dgm:if name="Name112" func="var" arg="dir" op="equ" val="norm">
                <dgm:alg type="hierChild">
                  <dgm:param type="chAlign" val="l"/>
                  <dgm:param type="linDir" val="fromT"/>
                  <dgm:param type="secChAlign" val="t"/>
                  <dgm:param type="secLinDir" val="fromL"/>
                </dgm:alg>
              </dgm:if>
              <dgm:else name="Name113">
                <dgm:alg type="hierChild">
                  <dgm:param type="chAlign" val="r"/>
                  <dgm:param type="linDir" val="fromT"/>
                  <dgm:param type="secChAlign" val="t"/>
                  <dgm:param type="sec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114" axis="precedSib" ptType="parTrans" st="-1" cnt="1">
                <dgm:layoutNode name="Name115">
                  <dgm:choose name="Name116">
                    <dgm:if name="Name117" func="var" arg="dir" op="equ" val="norm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midR"/>
                        <dgm:param type="endPts" val="bCtr tCtr"/>
                      </dgm:alg>
                    </dgm:if>
                    <dgm:else name="Name118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midL"/>
                        <dgm:param type="endPts" val="bCtr tCtr"/>
                      </dgm:alg>
                    </dgm:else>
                  </dgm:choose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119">
                  <dgm:if name="Name120" func="var" arg="hierBranch" op="equ" val="l">
                    <dgm:choose name="Name121">
                      <dgm:if name="Name122" func="var" arg="dir" op="equ" val="norm">
                        <dgm:alg type="hierRoot">
                          <dgm:param type="hierAlign" val="lT"/>
                        </dgm:alg>
                        <dgm:constrLst>
                          <dgm:constr type="alignOff" val="0.75"/>
                        </dgm:constrLst>
                      </dgm:if>
                      <dgm:else name="Name123">
                        <dgm:alg type="hierRoot">
                          <dgm:param type="hierAlign" val="rT"/>
                        </dgm:alg>
                        <dgm:constrLst>
                          <dgm:constr type="alignOff" val="0.75"/>
                        </dgm:constrLst>
                      </dgm:else>
                    </dgm:choose>
                  </dgm:if>
                  <dgm:if name="Name124" func="var" arg="hierBranch" op="equ" val="r">
                    <dgm:choose name="Name125">
                      <dgm:if name="Name126" func="var" arg="dir" op="equ" val="norm">
                        <dgm:alg type="hierRoot">
                          <dgm:param type="hierAlign" val="lB"/>
                        </dgm:alg>
                        <dgm:constrLst>
                          <dgm:constr type="alignOff" val="0.75"/>
                        </dgm:constrLst>
                      </dgm:if>
                      <dgm:else name="Name127">
                        <dgm:alg type="hierRoot">
                          <dgm:param type="hierAlign" val="rB"/>
                        </dgm:alg>
                        <dgm:constrLst>
                          <dgm:constr type="alignOff" val="0.75"/>
                        </dgm:constrLst>
                      </dgm:else>
                    </dgm:choose>
                  </dgm:if>
                  <dgm:if name="Name128" func="var" arg="hierBranch" op="equ" val="hang">
                    <dgm:choose name="Name129">
                      <dgm:if name="Name130" func="var" arg="dir" op="equ" val="norm">
                        <dgm:alg type="hierRoot">
                          <dgm:param type="hierAlign" val="lCtrCh"/>
                        </dgm:alg>
                        <dgm:constrLst>
                          <dgm:constr type="alignOff" val="0.65"/>
                        </dgm:constrLst>
                      </dgm:if>
                      <dgm:else name="Name131">
                        <dgm:alg type="hierRoot">
                          <dgm:param type="hierAlign" val="rCtrCh"/>
                        </dgm:alg>
                        <dgm:constrLst>
                          <dgm:constr type="alignOff" val="0.65"/>
                        </dgm:constrLst>
                      </dgm:else>
                    </dgm:choose>
                  </dgm:if>
                  <dgm:else name="Name132">
                    <dgm:choose name="Name133">
                      <dgm:if name="Name134" func="var" arg="dir" op="equ" val="norm">
                        <dgm:alg type="hierRoot">
                          <dgm:param type="hierAlign" val="lCtrCh"/>
                        </dgm:alg>
                        <dgm:constrLst>
                          <dgm:constr type="alignOff"/>
                          <dgm:constr type="bendDist" for="des" ptType="parTrans" refType="sp" fact="0.5"/>
                        </dgm:constrLst>
                      </dgm:if>
                      <dgm:else name="Name135">
                        <dgm:alg type="hierRoot">
                          <dgm:param type="hierAlign" val="rCtrCh"/>
                        </dgm:alg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36">
                    <dgm:if name="Name137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38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39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40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41">
                    <dgm:if name="Name142" func="var" arg="hierBranch" op="equ" val="l">
                      <dgm:choose name="Name143">
                        <dgm:if name="Name144" func="var" arg="dir" op="equ" val="norm">
                          <dgm:alg type="hierChild">
                            <dgm:param type="chAlign" val="t"/>
                            <dgm:param type="linDir" val="fromL"/>
                          </dgm:alg>
                        </dgm:if>
                        <dgm:else name="Name145">
                          <dgm:alg type="hierChild">
                            <dgm:param type="chAlign" val="t"/>
                            <dgm:param type="linDir" val="fromR"/>
                          </dgm:alg>
                        </dgm:else>
                      </dgm:choose>
                    </dgm:if>
                    <dgm:if name="Name146" func="var" arg="hierBranch" op="equ" val="r">
                      <dgm:choose name="Name147">
                        <dgm:if name="Name148" func="var" arg="dir" op="equ" val="norm">
                          <dgm:alg type="hierChild">
                            <dgm:param type="chAlign" val="b"/>
                            <dgm:param type="linDir" val="fromL"/>
                          </dgm:alg>
                        </dgm:if>
                        <dgm:else name="Name149">
                          <dgm:alg type="hierChild">
                            <dgm:param type="chAlign" val="b"/>
                            <dgm:param type="linDir" val="fromR"/>
                          </dgm:alg>
                        </dgm:else>
                      </dgm:choose>
                    </dgm:if>
                    <dgm:if name="Name150" func="var" arg="hierBranch" op="equ" val="hang">
                      <dgm:choose name="Name151">
                        <dgm:if name="Name152" func="var" arg="dir" op="equ" val="norm">
                          <dgm:alg type="hierChild">
                            <dgm:param type="chAlign" val="l"/>
                            <dgm:param type="linDir" val="fromT"/>
                            <dgm:param type="secChAlign" val="t"/>
                            <dgm:param type="secLinDir" val="fromL"/>
                          </dgm:alg>
                        </dgm:if>
                        <dgm:else name="Name153">
                          <dgm:alg type="hierChild">
                            <dgm:param type="chAlign" val="r"/>
                            <dgm:param type="linDir" val="fromT"/>
                            <dgm:param type="secChAlign" val="t"/>
                            <dgm:param type="secLinDir" val="fromR"/>
                          </dgm:alg>
                        </dgm:else>
                      </dgm:choose>
                    </dgm:if>
                    <dgm:else name="Name154">
                      <dgm:choose name="Name155">
                        <dgm:if name="Name156" func="var" arg="dir" op="equ" val="norm">
                          <dgm:alg type="hierChild">
                            <dgm:param type="linDir" val="fromT"/>
                            <dgm:param type="chAlign" val="l"/>
                          </dgm:alg>
                        </dgm:if>
                        <dgm:else name="Name157">
                          <dgm:alg type="hierChild">
                            <dgm:param type="linDir" val="fromT"/>
                            <dgm:param type="ch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58" ref="rep2a"/>
                </dgm:layoutNode>
                <dgm:layoutNode name="hierChild7">
                  <dgm:choose name="Name159">
                    <dgm:if name="Name160" func="var" arg="dir" op="equ" val="norm">
                      <dgm:alg type="hierChild">
                        <dgm:param type="chAlign" val="l"/>
                        <dgm:param type="linDir" val="fromT"/>
                        <dgm:param type="secChAlign" val="t"/>
                        <dgm:param type="secLinDir" val="fromL"/>
                      </dgm:alg>
                    </dgm:if>
                    <dgm:else name="Name161">
                      <dgm:alg type="hierChild">
                        <dgm:param type="chAlign" val="r"/>
                        <dgm:param type="linDir" val="fromT"/>
                        <dgm:param type="secChAlign" val="t"/>
                        <dgm:param type="sec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62" ref="rep2b"/>
                </dgm:layoutNode>
              </dgm:layoutNode>
            </dgm:forEach>
          </dgm:layoutNode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13A397A-954D-4616-A844-3204828BEFE4}" type="datetimeFigureOut">
              <a:rPr lang="en-IN" smtClean="0"/>
              <a:t>04-06-2025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93F848-6BD0-4D35-AAC7-70424EBD0A3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850934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93F848-6BD0-4D35-AAC7-70424EBD0A3B}" type="slidenum">
              <a:rPr lang="en-IN" smtClean="0"/>
              <a:t>16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053035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93F848-6BD0-4D35-AAC7-70424EBD0A3B}" type="slidenum">
              <a:rPr lang="en-IN" smtClean="0"/>
              <a:t>21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1823576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93F848-6BD0-4D35-AAC7-70424EBD0A3B}" type="slidenum">
              <a:rPr lang="en-IN" smtClean="0"/>
              <a:t>22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219024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7F5B28-33FC-E493-7A33-82D7756947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BB54C61-7903-22A6-FF5A-C8F7331AAC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6DD40C-61B2-2151-E928-3CC1B10143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99BED9-445F-4F41-8E7F-1BE3387C0D02}" type="datetimeFigureOut">
              <a:rPr lang="en-US" smtClean="0"/>
              <a:t>6/4/2025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90F394-EA79-3BEF-1B4B-7FB1920852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A0EC51-B286-603A-D397-41B36DB8C5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25BEE-CEBD-CA42-BBF5-54B793A374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19738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02FC7-AC05-6858-AEC3-86717585B0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663245-F63A-C030-ABF5-51F6270BC5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B79CA7-68D5-9380-0873-4E11F64EEA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99BED9-445F-4F41-8E7F-1BE3387C0D02}" type="datetimeFigureOut">
              <a:rPr lang="en-US" smtClean="0"/>
              <a:t>6/4/2025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485630-E6DD-8666-707C-939D0F76C6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CFEAC0-1F82-004B-024B-EEA1FF9217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25BEE-CEBD-CA42-BBF5-54B793A374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47150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7BFA6F-9CC2-2998-064B-1292548C5D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D22D17-BE76-A0EA-ADF6-F77138305C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2C878B-DE82-0CCF-2B97-81FF9AB356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99BED9-445F-4F41-8E7F-1BE3387C0D02}" type="datetimeFigureOut">
              <a:rPr lang="en-US" smtClean="0"/>
              <a:t>6/4/2025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81EC60-F791-A1BE-5B45-1113B72579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394E5D-1044-3577-ADEA-5E03792C19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25BEE-CEBD-CA42-BBF5-54B793A374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73828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D9803-434B-C859-93B5-A70FEA1EE8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F502D6-3465-6E58-497C-EDC35D68427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37B580F-7E30-A787-C275-91EEF8098C0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F2DA436-DAD1-A6BA-D38B-07680172E8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99BED9-445F-4F41-8E7F-1BE3387C0D02}" type="datetimeFigureOut">
              <a:rPr lang="en-US" smtClean="0"/>
              <a:t>6/4/2025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B11C942-79F5-71A3-864B-240ACDCA53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143AAF-B942-B908-228A-6263B7CBFE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25BEE-CEBD-CA42-BBF5-54B793A374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34764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4CFEB3-014E-24EB-6913-427D5C1A0C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6C3FBA-6AC9-6CEA-E35F-886B97EF78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00B234-EABE-D83B-4A15-37AE810751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81B198B-561B-A616-A93E-E4CBD3A54A5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CD4651B-ED67-B78B-7E1F-D4056D1AE39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8D0436A-4738-9891-E392-B6C1D14EA8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99BED9-445F-4F41-8E7F-1BE3387C0D02}" type="datetimeFigureOut">
              <a:rPr lang="en-US" smtClean="0"/>
              <a:t>6/4/2025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4706932-50DD-C28B-8306-B75645FFDF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8B7BEE5-1EA7-7612-E949-EA10C0434C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25BEE-CEBD-CA42-BBF5-54B793A374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20557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1936BD-E8BC-B1AC-20F7-CEBA696EF2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E842C0E-2EBD-3D9A-7E4F-C8B6918292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99BED9-445F-4F41-8E7F-1BE3387C0D02}" type="datetimeFigureOut">
              <a:rPr lang="en-US" smtClean="0"/>
              <a:t>6/4/2025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1A44385-59A1-1A2F-48DC-F673840580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E7DDB7F-4269-1A25-0F1B-09AF92E757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25BEE-CEBD-CA42-BBF5-54B793A374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48023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6A482B3-D263-C660-CBB4-4B5380034F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99BED9-445F-4F41-8E7F-1BE3387C0D02}" type="datetimeFigureOut">
              <a:rPr lang="en-US" smtClean="0"/>
              <a:t>6/4/2025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974B812-4301-22B9-3F8D-26E9433CCB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85FC04-98AA-6F28-2A5F-FB8562C91C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25BEE-CEBD-CA42-BBF5-54B793A374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55859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FD12E8-389C-0EEF-99A3-C03DA3580F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202BC0-1755-2B4D-733F-F068B3B745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60E2861-57FF-B274-9031-15C4954F2E5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AAB40BB-9DC2-44A2-2E01-5E03B8D987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99BED9-445F-4F41-8E7F-1BE3387C0D02}" type="datetimeFigureOut">
              <a:rPr lang="en-US" smtClean="0"/>
              <a:t>6/4/2025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FAA8C8A-2A99-02D7-82E4-A264C01EB6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42575C-02E8-8130-0F35-25432E5BB6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25BEE-CEBD-CA42-BBF5-54B793A374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47847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75AB3E-8E47-8A7E-1C4E-B4A365796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16E4B55-5B16-845D-C5D1-163B49965FF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2D4EC4-3BBB-4949-EF0C-933FC967A4D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CFE2740-A36E-0A4D-4AA1-361C0D32A1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99BED9-445F-4F41-8E7F-1BE3387C0D02}" type="datetimeFigureOut">
              <a:rPr lang="en-US" smtClean="0"/>
              <a:t>6/4/2025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02D6FD-2784-9B96-E9BA-D202D8AE78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D00CD5-6C59-155D-AC4E-B72E2CFBE2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25BEE-CEBD-CA42-BBF5-54B793A374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61567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D67E7F-85CA-E949-C6FA-BA17FF55D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56E25AB-78B5-F53D-EA9E-BFE823D33BA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59F2B8-B2F2-A0AE-08F1-9E23E04AC3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99BED9-445F-4F41-8E7F-1BE3387C0D02}" type="datetimeFigureOut">
              <a:rPr lang="en-US" smtClean="0"/>
              <a:t>6/4/2025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C1029A-8D63-3D29-BDA2-28DB20FEBF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EA920B-0C1B-16AA-C73F-EDA86082C0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25BEE-CEBD-CA42-BBF5-54B793A374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87286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69E50EE-4A38-C28A-4B40-89A949820E3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25FA754-54FF-91B9-44F9-13B368EC79E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F8E995-60BF-1448-8054-C1CEE5E5AC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99BED9-445F-4F41-8E7F-1BE3387C0D02}" type="datetimeFigureOut">
              <a:rPr lang="en-US" smtClean="0"/>
              <a:t>6/4/2025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496C84-AD7D-34B1-46C0-1D9F3DF5EE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60E45C-E409-45C6-C568-DB168391EE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25BEE-CEBD-CA42-BBF5-54B793A374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51483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D2009A5-00BF-BCE9-1DB3-6B2E24DFF1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09CD30A-3FED-3494-0D38-4AB562FA60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34AE94-4761-C1B3-C0A3-AA0202D3088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999BED9-445F-4F41-8E7F-1BE3387C0D02}" type="datetimeFigureOut">
              <a:rPr lang="en-US" smtClean="0"/>
              <a:t>6/4/2025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C605B0-1FED-7E13-4955-F4B976A7DBB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9F4BEC-5C14-835C-0EBD-8184412B9D1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5225BEE-CEBD-CA42-BBF5-54B793A374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69154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tmp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jpeg"/><Relationship Id="rId4" Type="http://schemas.openxmlformats.org/officeDocument/2006/relationships/image" Target="../media/image19.jpe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gif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23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10" Type="http://schemas.openxmlformats.org/officeDocument/2006/relationships/hyperlink" Target="https://creativecommons.org/licenses/by-nc/3.0/" TargetMode="External"/><Relationship Id="rId4" Type="http://schemas.openxmlformats.org/officeDocument/2006/relationships/diagramLayout" Target="../diagrams/layout2.xml"/><Relationship Id="rId9" Type="http://schemas.openxmlformats.org/officeDocument/2006/relationships/hyperlink" Target="https://open.oregonstate.education/climatechange/chapter/theory/" TargetMode="Externa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microsoft.com/office/2007/relationships/diagramDrawing" Target="../diagrams/drawing3.xml"/><Relationship Id="rId3" Type="http://schemas.openxmlformats.org/officeDocument/2006/relationships/hyperlink" Target="https://www.electronics-lab.com/introduction-to-opamps-and-applications/opamp-2/" TargetMode="External"/><Relationship Id="rId7" Type="http://schemas.openxmlformats.org/officeDocument/2006/relationships/diagramColors" Target="../diagrams/colors3.xml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3.xml"/><Relationship Id="rId5" Type="http://schemas.openxmlformats.org/officeDocument/2006/relationships/diagramLayout" Target="../diagrams/layout3.xml"/><Relationship Id="rId4" Type="http://schemas.openxmlformats.org/officeDocument/2006/relationships/diagramData" Target="../diagrams/data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e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creativecommons.org/licenses/by-nc-sa/3.0/" TargetMode="External"/><Relationship Id="rId5" Type="http://schemas.openxmlformats.org/officeDocument/2006/relationships/hyperlink" Target="https://www.mikrocontroller-elektronik.de/nodemcu-esp8266-tutorial-wlan-board-arduino-ide/" TargetMode="External"/><Relationship Id="rId4" Type="http://schemas.openxmlformats.org/officeDocument/2006/relationships/image" Target="../media/image31.jp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ublicdomainpictures.net/en/view-image.php?image=15889&amp;picture=street-sign" TargetMode="External"/><Relationship Id="rId2" Type="http://schemas.openxmlformats.org/officeDocument/2006/relationships/image" Target="../media/image33.jp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2.mp4"/><Relationship Id="rId1" Type="http://schemas.microsoft.com/office/2007/relationships/media" Target="../media/media2.mp4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notesSlide" Target="../notesSlides/notesSlide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://www.publicdomainpictures.net/view-image.php?image=203508&amp;picture=lettuce-in-vertical-towers" TargetMode="External"/><Relationship Id="rId2" Type="http://schemas.openxmlformats.org/officeDocument/2006/relationships/image" Target="../media/image38.jp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pixabay.com/en/meeting-relationship-business-1020145/" TargetMode="External"/><Relationship Id="rId2" Type="http://schemas.openxmlformats.org/officeDocument/2006/relationships/image" Target="../media/image39.jp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ct101.commons.gc.cuny.edu/assignment-2-making-our-first-gif-post-2/" TargetMode="External"/><Relationship Id="rId2" Type="http://schemas.openxmlformats.org/officeDocument/2006/relationships/image" Target="../media/image40.gif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creativecommons.org/licenses/by-nc-sa/3.0/" TargetMode="Externa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jpeg"/><Relationship Id="rId2" Type="http://schemas.openxmlformats.org/officeDocument/2006/relationships/image" Target="../media/image41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9F7D788E-2C1B-4EF4-8719-12613771FF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452"/>
          </a:xfrm>
          <a:prstGeom prst="rect">
            <a:avLst/>
          </a:prstGeom>
          <a:solidFill>
            <a:srgbClr val="40404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rectangular box with different components&#10;&#10;AI-generated content may be incorrect.">
            <a:extLst>
              <a:ext uri="{FF2B5EF4-FFF2-40B4-BE49-F238E27FC236}">
                <a16:creationId xmlns:a16="http://schemas.microsoft.com/office/drawing/2014/main" id="{6236B14C-08B6-E34B-7DE6-D584B8CA776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64949" y="3499076"/>
            <a:ext cx="6053558" cy="242477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/>
            <a:r>
              <a:rPr lang="en-US" sz="4000" b="1" i="1" kern="1200" spc="300" dirty="0" err="1">
                <a:solidFill>
                  <a:srgbClr val="FFFFFF"/>
                </a:solidFill>
                <a:latin typeface="Bernard MT Condensed" panose="02050806060905020404" pitchFamily="18" charset="0"/>
              </a:rPr>
              <a:t>MicroECG</a:t>
            </a:r>
            <a:r>
              <a:rPr lang="en-US" sz="4000" b="1" i="1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 : </a:t>
            </a:r>
            <a:r>
              <a:rPr lang="en-US" sz="4100" b="1" i="1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A Single lead Mobile ECG Machine</a:t>
            </a:r>
            <a:br>
              <a:rPr lang="en-US" sz="4100" b="1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</a:br>
            <a:r>
              <a:rPr lang="en-US" sz="24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Major Project Presentation</a:t>
            </a:r>
            <a:br>
              <a:rPr lang="en-US" sz="41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</a:br>
            <a:endParaRPr lang="en-US" sz="4100" b="1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7C54E824-C0F4-480B-BC88-689F50C45F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76199" y="548"/>
            <a:ext cx="4349752" cy="3142889"/>
          </a:xfrm>
          <a:custGeom>
            <a:avLst/>
            <a:gdLst>
              <a:gd name="connsiteX0" fmla="*/ 229420 w 4349752"/>
              <a:gd name="connsiteY0" fmla="*/ 0 h 3142889"/>
              <a:gd name="connsiteX1" fmla="*/ 4120333 w 4349752"/>
              <a:gd name="connsiteY1" fmla="*/ 0 h 3142889"/>
              <a:gd name="connsiteX2" fmla="*/ 4178840 w 4349752"/>
              <a:gd name="connsiteY2" fmla="*/ 121453 h 3142889"/>
              <a:gd name="connsiteX3" fmla="*/ 4349752 w 4349752"/>
              <a:gd name="connsiteY3" fmla="*/ 968013 h 3142889"/>
              <a:gd name="connsiteX4" fmla="*/ 2174876 w 4349752"/>
              <a:gd name="connsiteY4" fmla="*/ 3142889 h 3142889"/>
              <a:gd name="connsiteX5" fmla="*/ 0 w 4349752"/>
              <a:gd name="connsiteY5" fmla="*/ 968013 h 3142889"/>
              <a:gd name="connsiteX6" fmla="*/ 170913 w 4349752"/>
              <a:gd name="connsiteY6" fmla="*/ 121453 h 3142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49752" h="3142889">
                <a:moveTo>
                  <a:pt x="229420" y="0"/>
                </a:moveTo>
                <a:lnTo>
                  <a:pt x="4120333" y="0"/>
                </a:lnTo>
                <a:lnTo>
                  <a:pt x="4178840" y="121453"/>
                </a:lnTo>
                <a:cubicBezTo>
                  <a:pt x="4288894" y="381652"/>
                  <a:pt x="4349752" y="667725"/>
                  <a:pt x="4349752" y="968013"/>
                </a:cubicBezTo>
                <a:cubicBezTo>
                  <a:pt x="4349752" y="2169164"/>
                  <a:pt x="3376027" y="3142889"/>
                  <a:pt x="2174876" y="3142889"/>
                </a:cubicBezTo>
                <a:cubicBezTo>
                  <a:pt x="973725" y="3142889"/>
                  <a:pt x="0" y="2169164"/>
                  <a:pt x="0" y="968013"/>
                </a:cubicBezTo>
                <a:cubicBezTo>
                  <a:pt x="0" y="667725"/>
                  <a:pt x="60858" y="381652"/>
                  <a:pt x="170913" y="121453"/>
                </a:cubicBezTo>
                <a:close/>
              </a:path>
            </a:pathLst>
          </a:cu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58DEA6A1-FC5C-4E6E-BBBF-7E472949B3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653759" y="1421356"/>
            <a:ext cx="4538241" cy="5436644"/>
          </a:xfrm>
          <a:custGeom>
            <a:avLst/>
            <a:gdLst>
              <a:gd name="connsiteX0" fmla="*/ 3084645 w 4538241"/>
              <a:gd name="connsiteY0" fmla="*/ 0 h 5436644"/>
              <a:gd name="connsiteX1" fmla="*/ 4285328 w 4538241"/>
              <a:gd name="connsiteY1" fmla="*/ 242407 h 5436644"/>
              <a:gd name="connsiteX2" fmla="*/ 4538241 w 4538241"/>
              <a:gd name="connsiteY2" fmla="*/ 364242 h 5436644"/>
              <a:gd name="connsiteX3" fmla="*/ 4538241 w 4538241"/>
              <a:gd name="connsiteY3" fmla="*/ 5436644 h 5436644"/>
              <a:gd name="connsiteX4" fmla="*/ 1091428 w 4538241"/>
              <a:gd name="connsiteY4" fmla="*/ 5436644 h 5436644"/>
              <a:gd name="connsiteX5" fmla="*/ 903472 w 4538241"/>
              <a:gd name="connsiteY5" fmla="*/ 5265818 h 5436644"/>
              <a:gd name="connsiteX6" fmla="*/ 0 w 4538241"/>
              <a:gd name="connsiteY6" fmla="*/ 3084645 h 5436644"/>
              <a:gd name="connsiteX7" fmla="*/ 3084645 w 4538241"/>
              <a:gd name="connsiteY7" fmla="*/ 0 h 5436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538241" h="5436644">
                <a:moveTo>
                  <a:pt x="3084645" y="0"/>
                </a:moveTo>
                <a:cubicBezTo>
                  <a:pt x="3510546" y="0"/>
                  <a:pt x="3916286" y="86315"/>
                  <a:pt x="4285328" y="242407"/>
                </a:cubicBezTo>
                <a:lnTo>
                  <a:pt x="4538241" y="364242"/>
                </a:lnTo>
                <a:lnTo>
                  <a:pt x="4538241" y="5436644"/>
                </a:lnTo>
                <a:lnTo>
                  <a:pt x="1091428" y="5436644"/>
                </a:lnTo>
                <a:lnTo>
                  <a:pt x="903472" y="5265818"/>
                </a:lnTo>
                <a:cubicBezTo>
                  <a:pt x="345261" y="4707608"/>
                  <a:pt x="0" y="3936446"/>
                  <a:pt x="0" y="3084645"/>
                </a:cubicBezTo>
                <a:cubicBezTo>
                  <a:pt x="0" y="1381043"/>
                  <a:pt x="1381043" y="0"/>
                  <a:pt x="3084645" y="0"/>
                </a:cubicBezTo>
                <a:close/>
              </a:path>
            </a:pathLst>
          </a:cu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96AAAC3B-1954-46B7-BBAC-27DFF5B529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639395" y="0"/>
            <a:ext cx="4023360" cy="2980240"/>
          </a:xfrm>
          <a:custGeom>
            <a:avLst/>
            <a:gdLst>
              <a:gd name="connsiteX0" fmla="*/ 248676 w 4023360"/>
              <a:gd name="connsiteY0" fmla="*/ 0 h 2980240"/>
              <a:gd name="connsiteX1" fmla="*/ 3774684 w 4023360"/>
              <a:gd name="connsiteY1" fmla="*/ 0 h 2980240"/>
              <a:gd name="connsiteX2" fmla="*/ 3780561 w 4023360"/>
              <a:gd name="connsiteY2" fmla="*/ 9674 h 2980240"/>
              <a:gd name="connsiteX3" fmla="*/ 4023360 w 4023360"/>
              <a:gd name="connsiteY3" fmla="*/ 968560 h 2980240"/>
              <a:gd name="connsiteX4" fmla="*/ 2011680 w 4023360"/>
              <a:gd name="connsiteY4" fmla="*/ 2980240 h 2980240"/>
              <a:gd name="connsiteX5" fmla="*/ 0 w 4023360"/>
              <a:gd name="connsiteY5" fmla="*/ 968560 h 2980240"/>
              <a:gd name="connsiteX6" fmla="*/ 242799 w 4023360"/>
              <a:gd name="connsiteY6" fmla="*/ 9674 h 29802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023360" h="2980240">
                <a:moveTo>
                  <a:pt x="248676" y="0"/>
                </a:moveTo>
                <a:lnTo>
                  <a:pt x="3774684" y="0"/>
                </a:lnTo>
                <a:lnTo>
                  <a:pt x="3780561" y="9674"/>
                </a:lnTo>
                <a:cubicBezTo>
                  <a:pt x="3935405" y="294716"/>
                  <a:pt x="4023360" y="621366"/>
                  <a:pt x="4023360" y="968560"/>
                </a:cubicBezTo>
                <a:cubicBezTo>
                  <a:pt x="4023360" y="2079580"/>
                  <a:pt x="3122700" y="2980240"/>
                  <a:pt x="2011680" y="2980240"/>
                </a:cubicBezTo>
                <a:cubicBezTo>
                  <a:pt x="900660" y="2980240"/>
                  <a:pt x="0" y="2079580"/>
                  <a:pt x="0" y="968560"/>
                </a:cubicBezTo>
                <a:cubicBezTo>
                  <a:pt x="0" y="621366"/>
                  <a:pt x="87955" y="294716"/>
                  <a:pt x="242799" y="9674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902855" y="876259"/>
            <a:ext cx="4873670" cy="172978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/>
            <a:r>
              <a:rPr lang="en-US" sz="2800" dirty="0"/>
              <a:t>Under the guidance of</a:t>
            </a:r>
          </a:p>
          <a:p>
            <a:pPr algn="l"/>
            <a:r>
              <a:rPr lang="en-US" sz="2800" dirty="0" err="1"/>
              <a:t>Lec</a:t>
            </a:r>
            <a:r>
              <a:rPr lang="en-US" sz="2800" dirty="0"/>
              <a:t> (Mr.) Souvik Bag</a:t>
            </a:r>
          </a:p>
          <a:p>
            <a:pPr indent="-228600" algn="l">
              <a:buFont typeface="Arial" panose="020B0604020202020204" pitchFamily="34" charset="0"/>
              <a:buChar char="•"/>
            </a:pPr>
            <a:endParaRPr lang="en-US" sz="2800" dirty="0"/>
          </a:p>
          <a:p>
            <a:pPr indent="-228600" algn="l">
              <a:buFont typeface="Arial" panose="020B0604020202020204" pitchFamily="34" charset="0"/>
              <a:buChar char="•"/>
            </a:pPr>
            <a:endParaRPr lang="en-US" sz="2800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A5AD6500-BB62-4AAC-9D2F-C10DDC90CB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16897" y="1584494"/>
            <a:ext cx="4375105" cy="5273507"/>
          </a:xfrm>
          <a:custGeom>
            <a:avLst/>
            <a:gdLst>
              <a:gd name="connsiteX0" fmla="*/ 2921508 w 4375105"/>
              <a:gd name="connsiteY0" fmla="*/ 0 h 5273507"/>
              <a:gd name="connsiteX1" fmla="*/ 4314072 w 4375105"/>
              <a:gd name="connsiteY1" fmla="*/ 352611 h 5273507"/>
              <a:gd name="connsiteX2" fmla="*/ 4375105 w 4375105"/>
              <a:gd name="connsiteY2" fmla="*/ 389689 h 5273507"/>
              <a:gd name="connsiteX3" fmla="*/ 4375105 w 4375105"/>
              <a:gd name="connsiteY3" fmla="*/ 5273507 h 5273507"/>
              <a:gd name="connsiteX4" fmla="*/ 1193705 w 4375105"/>
              <a:gd name="connsiteY4" fmla="*/ 5273507 h 5273507"/>
              <a:gd name="connsiteX5" fmla="*/ 1063158 w 4375105"/>
              <a:gd name="connsiteY5" fmla="*/ 5175886 h 5273507"/>
              <a:gd name="connsiteX6" fmla="*/ 0 w 4375105"/>
              <a:gd name="connsiteY6" fmla="*/ 2921508 h 5273507"/>
              <a:gd name="connsiteX7" fmla="*/ 2921508 w 4375105"/>
              <a:gd name="connsiteY7" fmla="*/ 0 h 52735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375105" h="5273507">
                <a:moveTo>
                  <a:pt x="2921508" y="0"/>
                </a:moveTo>
                <a:cubicBezTo>
                  <a:pt x="3425728" y="0"/>
                  <a:pt x="3900114" y="127735"/>
                  <a:pt x="4314072" y="352611"/>
                </a:cubicBezTo>
                <a:lnTo>
                  <a:pt x="4375105" y="389689"/>
                </a:lnTo>
                <a:lnTo>
                  <a:pt x="4375105" y="5273507"/>
                </a:lnTo>
                <a:lnTo>
                  <a:pt x="1193705" y="5273507"/>
                </a:lnTo>
                <a:lnTo>
                  <a:pt x="1063158" y="5175886"/>
                </a:lnTo>
                <a:cubicBezTo>
                  <a:pt x="413861" y="4640038"/>
                  <a:pt x="0" y="3829104"/>
                  <a:pt x="0" y="2921508"/>
                </a:cubicBezTo>
                <a:cubicBezTo>
                  <a:pt x="0" y="1308004"/>
                  <a:pt x="1308004" y="0"/>
                  <a:pt x="2921508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36BEEECB-556E-B3EA-2F64-16D97F150EC7}"/>
              </a:ext>
            </a:extLst>
          </p:cNvPr>
          <p:cNvSpPr txBox="1">
            <a:spLocks/>
          </p:cNvSpPr>
          <p:nvPr/>
        </p:nvSpPr>
        <p:spPr>
          <a:xfrm>
            <a:off x="8776525" y="2414588"/>
            <a:ext cx="3362753" cy="4114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2800" b="1" dirty="0"/>
              <a:t>Group Members </a:t>
            </a:r>
          </a:p>
          <a:p>
            <a:pPr lvl="1" indent="-228600" algn="l">
              <a:buFont typeface="Arial" panose="020B0604020202020204" pitchFamily="34" charset="0"/>
              <a:buChar char="•"/>
            </a:pPr>
            <a:r>
              <a:rPr lang="en-US" sz="2800" i="1" dirty="0"/>
              <a:t>Tanima Ghosh</a:t>
            </a:r>
          </a:p>
          <a:p>
            <a:pPr lvl="1" indent="-228600" algn="l">
              <a:buFont typeface="Arial" panose="020B0604020202020204" pitchFamily="34" charset="0"/>
              <a:buChar char="•"/>
            </a:pPr>
            <a:r>
              <a:rPr lang="en-US" sz="2800" i="1" dirty="0"/>
              <a:t>Goutam Ambali</a:t>
            </a:r>
          </a:p>
          <a:p>
            <a:pPr lvl="1" indent="-228600" algn="l">
              <a:buFont typeface="Arial" panose="020B0604020202020204" pitchFamily="34" charset="0"/>
              <a:buChar char="•"/>
            </a:pPr>
            <a:r>
              <a:rPr lang="en-US" sz="2800" i="1" dirty="0"/>
              <a:t>Sudipta Sen </a:t>
            </a:r>
          </a:p>
          <a:p>
            <a:pPr lvl="1" indent="-228600" algn="l">
              <a:buFont typeface="Arial" panose="020B0604020202020204" pitchFamily="34" charset="0"/>
              <a:buChar char="•"/>
            </a:pPr>
            <a:r>
              <a:rPr lang="en-US" sz="2800" i="1" dirty="0"/>
              <a:t>Ruma Mandi</a:t>
            </a:r>
          </a:p>
          <a:p>
            <a:pPr lvl="1" indent="-228600" algn="l">
              <a:buFont typeface="Arial" panose="020B0604020202020204" pitchFamily="34" charset="0"/>
              <a:buChar char="•"/>
            </a:pPr>
            <a:r>
              <a:rPr lang="en-US" sz="2800" i="1" dirty="0"/>
              <a:t>Raju Adhikary 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DFDF4703-A72F-1E2F-3F1A-3D6130BA1B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27875" y="1303369"/>
            <a:ext cx="5422828" cy="30503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D02411DB-686A-681B-EF9D-85F8F7FC6C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83194" y="3987334"/>
            <a:ext cx="5526376" cy="31085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4FC2AB8-F64A-34B5-5227-A4EE23B037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01606" y="2003868"/>
            <a:ext cx="1669054" cy="9388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5393F32-CC4E-9BB0-60B1-D3298495C2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1152" y="307522"/>
            <a:ext cx="3261366" cy="18345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632697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7" name="Rectangle 26">
            <a:extLst>
              <a:ext uri="{FF2B5EF4-FFF2-40B4-BE49-F238E27FC236}">
                <a16:creationId xmlns:a16="http://schemas.microsoft.com/office/drawing/2014/main" id="{56E9B3E6-E277-4D68-BA48-9CB43FFBD6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AE1C45F0-260A-458C-96ED-C1F6D21512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" y="1216597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A6604B49-AD5C-4590-B051-06C8222ECD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743ECCAF-29C5-4537-947C-7EA1292463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ED49787B-8DE6-4467-AD0A-8DECC6E0C2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4" name="Rectangle 33">
            <a:extLst>
              <a:ext uri="{FF2B5EF4-FFF2-40B4-BE49-F238E27FC236}">
                <a16:creationId xmlns:a16="http://schemas.microsoft.com/office/drawing/2014/main" id="{D5B0017B-2ECA-49AF-B397-DC140825DF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79" y="613954"/>
            <a:ext cx="10907487" cy="189411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43631" y="809898"/>
            <a:ext cx="10173010" cy="1554480"/>
          </a:xfrm>
        </p:spPr>
        <p:txBody>
          <a:bodyPr anchor="ctr">
            <a:normAutofit/>
          </a:bodyPr>
          <a:lstStyle/>
          <a:p>
            <a:r>
              <a:rPr lang="en-US" sz="4800"/>
              <a:t>Understanding the Needs</a:t>
            </a:r>
            <a:endParaRPr lang="en-IN" sz="4800"/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6CF1BAF6-AD41-4082-B212-8A1F9A2E87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6485313"/>
            <a:ext cx="10515600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A1840A1E-4903-18FE-DC07-DA30EE16F4B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98520295"/>
              </p:ext>
            </p:extLst>
          </p:nvPr>
        </p:nvGraphicFramePr>
        <p:xfrm>
          <a:off x="904602" y="3017519"/>
          <a:ext cx="10378440" cy="320990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0185896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385E1BDC-A9B0-4A87-82E3-F3187F69A8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0990C621-3B8B-4820-8328-D47EF7CE82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4416" y="365125"/>
            <a:ext cx="11167447" cy="2089317"/>
          </a:xfrm>
          <a:prstGeom prst="rect">
            <a:avLst/>
          </a:prstGeom>
          <a:ln w="12700">
            <a:solidFill>
              <a:srgbClr val="DEDEDE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51560" y="586822"/>
            <a:ext cx="3657600" cy="1645920"/>
          </a:xfrm>
        </p:spPr>
        <p:txBody>
          <a:bodyPr>
            <a:normAutofit/>
          </a:bodyPr>
          <a:lstStyle/>
          <a:p>
            <a:br>
              <a:rPr lang="en-US" sz="3200" dirty="0"/>
            </a:br>
            <a:r>
              <a:rPr lang="en-US" sz="3200" b="1" dirty="0"/>
              <a:t>Know your Heart</a:t>
            </a:r>
            <a:endParaRPr lang="en-IN" sz="3200" b="1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1A2385B-1D2A-4E17-84FA-6CB7F0AAE4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0408" y="1057739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E791F2F-79DB-4CC0-9FA1-001E3E91E8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243541" y="1400638"/>
            <a:ext cx="14630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250106" y="586822"/>
            <a:ext cx="6106742" cy="1645920"/>
          </a:xfrm>
        </p:spPr>
        <p:txBody>
          <a:bodyPr anchor="ctr">
            <a:normAutofit/>
          </a:bodyPr>
          <a:lstStyle/>
          <a:p>
            <a:r>
              <a:rPr lang="en-US" sz="2400" dirty="0"/>
              <a:t>The Heart’s functions an electrical organ</a:t>
            </a:r>
          </a:p>
          <a:p>
            <a:r>
              <a:rPr lang="en-US" sz="2400" dirty="0"/>
              <a:t>What is an ECG 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8921" y="2729397"/>
            <a:ext cx="4539233" cy="3483864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21032" y="2729397"/>
            <a:ext cx="5278580" cy="34838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83607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0EA11BB-1F35-8AC6-301B-EE2E1B7AB9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C1A1C5D3-C053-4EE9-BE1A-419B6E27CC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A3473CF9-37EB-43E7-89EF-D2D1C53D1D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903615" y="221673"/>
            <a:ext cx="8384770" cy="1332634"/>
          </a:xfrm>
          <a:prstGeom prst="rect">
            <a:avLst/>
          </a:prstGeom>
          <a:ln w="12700">
            <a:solidFill>
              <a:srgbClr val="E1E1E1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A76FDDF-75FD-95A8-8E1D-349CC081FB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03121" y="310343"/>
            <a:ext cx="7985759" cy="868823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40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Previous Design 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586B4EF9-43BA-4655-A6FF-1D8E21574C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483110" y="1211407"/>
            <a:ext cx="7225780" cy="685800"/>
          </a:xfrm>
          <a:prstGeom prst="roundRect">
            <a:avLst>
              <a:gd name="adj" fmla="val 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69D21C-351E-2EBA-97F1-F2AC867F5B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5738" y="1263807"/>
            <a:ext cx="6960524" cy="59851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indent="0" algn="ctr">
              <a:buNone/>
            </a:pPr>
            <a:r>
              <a:rPr lang="en-US" sz="20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Signal Flow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93A3D3A-6C16-3C85-23D2-B41647AAEE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/>
        </p:blipFill>
        <p:spPr>
          <a:xfrm>
            <a:off x="385572" y="2488888"/>
            <a:ext cx="11420856" cy="33977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46079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85E1BDC-A9B0-4A87-82E3-F3187F69A8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0990C621-3B8B-4820-8328-D47EF7CE82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4416" y="365125"/>
            <a:ext cx="11167447" cy="2089317"/>
          </a:xfrm>
          <a:prstGeom prst="rect">
            <a:avLst/>
          </a:prstGeom>
          <a:ln w="12700">
            <a:solidFill>
              <a:srgbClr val="DEDEDE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51560" y="586822"/>
            <a:ext cx="3657600" cy="1645920"/>
          </a:xfrm>
        </p:spPr>
        <p:txBody>
          <a:bodyPr>
            <a:normAutofit/>
          </a:bodyPr>
          <a:lstStyle/>
          <a:p>
            <a:r>
              <a:rPr lang="en-US" sz="3200" dirty="0"/>
              <a:t>Previous Design </a:t>
            </a:r>
            <a:endParaRPr lang="en-IN" sz="32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1A2385B-1D2A-4E17-84FA-6CB7F0AAE4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0408" y="1057739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E791F2F-79DB-4CC0-9FA1-001E3E91E8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243541" y="1400638"/>
            <a:ext cx="14630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250106" y="586822"/>
            <a:ext cx="6106742" cy="1645920"/>
          </a:xfrm>
        </p:spPr>
        <p:txBody>
          <a:bodyPr anchor="ctr">
            <a:normAutofit/>
          </a:bodyPr>
          <a:lstStyle/>
          <a:p>
            <a:r>
              <a:rPr lang="en-US" sz="2400" dirty="0"/>
              <a:t>What is this instrumentation amplifier</a:t>
            </a:r>
          </a:p>
          <a:p>
            <a:r>
              <a:rPr lang="en-US" sz="2400" dirty="0"/>
              <a:t>How our DIY DSO works 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7783" y="2792617"/>
            <a:ext cx="5481509" cy="3357424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98781" y="3214828"/>
            <a:ext cx="5523082" cy="2513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6229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385E1BDC-A9B0-4A87-82E3-F3187F69A8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0990C621-3B8B-4820-8328-D47EF7CE82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4416" y="365125"/>
            <a:ext cx="11167447" cy="2089317"/>
          </a:xfrm>
          <a:prstGeom prst="rect">
            <a:avLst/>
          </a:prstGeom>
          <a:ln w="12700">
            <a:solidFill>
              <a:srgbClr val="DEDEDE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51560" y="586822"/>
            <a:ext cx="3657600" cy="1645920"/>
          </a:xfrm>
        </p:spPr>
        <p:txBody>
          <a:bodyPr>
            <a:normAutofit/>
          </a:bodyPr>
          <a:lstStyle/>
          <a:p>
            <a:r>
              <a:rPr lang="en-US" sz="3200"/>
              <a:t>Past Limitations </a:t>
            </a:r>
            <a:endParaRPr lang="en-IN" sz="320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1A2385B-1D2A-4E17-84FA-6CB7F0AAE4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0408" y="1057739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E791F2F-79DB-4CC0-9FA1-001E3E91E8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243541" y="1400638"/>
            <a:ext cx="14630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250106" y="586822"/>
            <a:ext cx="6106742" cy="1645920"/>
          </a:xfrm>
        </p:spPr>
        <p:txBody>
          <a:bodyPr anchor="ctr">
            <a:normAutofit fontScale="92500" lnSpcReduction="10000"/>
          </a:bodyPr>
          <a:lstStyle/>
          <a:p>
            <a:r>
              <a:rPr lang="en-US" sz="1800" dirty="0"/>
              <a:t>No recording</a:t>
            </a:r>
          </a:p>
          <a:p>
            <a:r>
              <a:rPr lang="en-US" sz="1800" dirty="0"/>
              <a:t>Limited controls </a:t>
            </a:r>
          </a:p>
          <a:p>
            <a:r>
              <a:rPr lang="en-US" sz="1800" dirty="0"/>
              <a:t>Basic UI</a:t>
            </a:r>
          </a:p>
          <a:p>
            <a:r>
              <a:rPr lang="en-US" sz="1800" dirty="0"/>
              <a:t>Noisy and Buggy</a:t>
            </a:r>
          </a:p>
          <a:p>
            <a:r>
              <a:rPr lang="en-US" sz="1800" dirty="0"/>
              <a:t>Limited Features</a:t>
            </a: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6340" y="2729397"/>
            <a:ext cx="1974020" cy="3483864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rcRect l="25690" r="23121"/>
          <a:stretch>
            <a:fillRect/>
          </a:stretch>
        </p:blipFill>
        <p:spPr>
          <a:xfrm>
            <a:off x="7439125" y="1790098"/>
            <a:ext cx="4279650" cy="470277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B1EBDE9F-A1FD-F680-C420-19563F10C67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10092" y="2729397"/>
            <a:ext cx="3835293" cy="160526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8E35469-493C-F932-AB5B-9BE2A860C15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591" b="21250"/>
          <a:stretch/>
        </p:blipFill>
        <p:spPr>
          <a:xfrm>
            <a:off x="3077230" y="4609618"/>
            <a:ext cx="4165025" cy="1563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03406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637B2035-1FCB-439A-B421-095E136C7E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76D6CDF-C512-4739-B158-55EE955EFA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5503" y="-1"/>
            <a:ext cx="12192000" cy="6857999"/>
          </a:xfrm>
          <a:prstGeom prst="rect">
            <a:avLst/>
          </a:pr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37033" y="670559"/>
            <a:ext cx="4683321" cy="2148841"/>
          </a:xfrm>
        </p:spPr>
        <p:txBody>
          <a:bodyPr anchor="t">
            <a:normAutofit/>
          </a:bodyPr>
          <a:lstStyle/>
          <a:p>
            <a:r>
              <a:rPr lang="en-US"/>
              <a:t>The upgrades We planned</a:t>
            </a:r>
            <a:endParaRPr lang="en-IN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rcRect b="3004"/>
          <a:stretch>
            <a:fillRect/>
          </a:stretch>
        </p:blipFill>
        <p:spPr>
          <a:xfrm>
            <a:off x="2" y="2933307"/>
            <a:ext cx="6541476" cy="3924693"/>
          </a:xfrm>
          <a:custGeom>
            <a:avLst/>
            <a:gdLst/>
            <a:ahLst/>
            <a:cxnLst/>
            <a:rect l="l" t="t" r="r" b="b"/>
            <a:pathLst>
              <a:path w="6448424" h="3752849">
                <a:moveTo>
                  <a:pt x="0" y="0"/>
                </a:moveTo>
                <a:lnTo>
                  <a:pt x="137978" y="22215"/>
                </a:lnTo>
                <a:cubicBezTo>
                  <a:pt x="196046" y="32277"/>
                  <a:pt x="252469" y="42437"/>
                  <a:pt x="295660" y="49771"/>
                </a:cubicBezTo>
                <a:cubicBezTo>
                  <a:pt x="364885" y="66610"/>
                  <a:pt x="403214" y="32071"/>
                  <a:pt x="456941" y="65635"/>
                </a:cubicBezTo>
                <a:cubicBezTo>
                  <a:pt x="529612" y="69090"/>
                  <a:pt x="662508" y="71245"/>
                  <a:pt x="731691" y="70501"/>
                </a:cubicBezTo>
                <a:cubicBezTo>
                  <a:pt x="768741" y="62400"/>
                  <a:pt x="808263" y="64633"/>
                  <a:pt x="841820" y="61171"/>
                </a:cubicBezTo>
                <a:cubicBezTo>
                  <a:pt x="958973" y="43639"/>
                  <a:pt x="1009730" y="45863"/>
                  <a:pt x="1068219" y="39136"/>
                </a:cubicBezTo>
                <a:cubicBezTo>
                  <a:pt x="1104329" y="33447"/>
                  <a:pt x="1156536" y="44203"/>
                  <a:pt x="1174190" y="38808"/>
                </a:cubicBezTo>
                <a:cubicBezTo>
                  <a:pt x="1188943" y="36385"/>
                  <a:pt x="1213832" y="14880"/>
                  <a:pt x="1225923" y="34507"/>
                </a:cubicBezTo>
                <a:cubicBezTo>
                  <a:pt x="1305283" y="8501"/>
                  <a:pt x="1319617" y="30839"/>
                  <a:pt x="1385617" y="18003"/>
                </a:cubicBezTo>
                <a:cubicBezTo>
                  <a:pt x="1461876" y="-26747"/>
                  <a:pt x="1519510" y="56342"/>
                  <a:pt x="1563967" y="4638"/>
                </a:cubicBezTo>
                <a:lnTo>
                  <a:pt x="1676634" y="10582"/>
                </a:lnTo>
                <a:lnTo>
                  <a:pt x="1769429" y="20265"/>
                </a:lnTo>
                <a:cubicBezTo>
                  <a:pt x="1790625" y="23534"/>
                  <a:pt x="1880369" y="18448"/>
                  <a:pt x="1900584" y="27732"/>
                </a:cubicBezTo>
                <a:cubicBezTo>
                  <a:pt x="2072430" y="22762"/>
                  <a:pt x="2014935" y="5831"/>
                  <a:pt x="2127041" y="22101"/>
                </a:cubicBezTo>
                <a:cubicBezTo>
                  <a:pt x="2168847" y="65820"/>
                  <a:pt x="2153052" y="28773"/>
                  <a:pt x="2211644" y="44507"/>
                </a:cubicBezTo>
                <a:cubicBezTo>
                  <a:pt x="2211201" y="9921"/>
                  <a:pt x="2277596" y="73686"/>
                  <a:pt x="2299605" y="38004"/>
                </a:cubicBezTo>
                <a:cubicBezTo>
                  <a:pt x="2309570" y="41997"/>
                  <a:pt x="2318531" y="46991"/>
                  <a:pt x="2327359" y="52270"/>
                </a:cubicBezTo>
                <a:lnTo>
                  <a:pt x="2331995" y="55017"/>
                </a:lnTo>
                <a:lnTo>
                  <a:pt x="2353777" y="59755"/>
                </a:lnTo>
                <a:lnTo>
                  <a:pt x="2355893" y="68914"/>
                </a:lnTo>
                <a:lnTo>
                  <a:pt x="2385794" y="81650"/>
                </a:lnTo>
                <a:cubicBezTo>
                  <a:pt x="2397613" y="85211"/>
                  <a:pt x="2411061" y="87627"/>
                  <a:pt x="2427010" y="88184"/>
                </a:cubicBezTo>
                <a:cubicBezTo>
                  <a:pt x="2486314" y="76422"/>
                  <a:pt x="2553170" y="126870"/>
                  <a:pt x="2627153" y="110451"/>
                </a:cubicBezTo>
                <a:cubicBezTo>
                  <a:pt x="2653722" y="107383"/>
                  <a:pt x="2732043" y="116068"/>
                  <a:pt x="2744462" y="128780"/>
                </a:cubicBezTo>
                <a:cubicBezTo>
                  <a:pt x="2760299" y="132873"/>
                  <a:pt x="2780248" y="130843"/>
                  <a:pt x="2785202" y="143610"/>
                </a:cubicBezTo>
                <a:cubicBezTo>
                  <a:pt x="2794558" y="159316"/>
                  <a:pt x="2856498" y="142821"/>
                  <a:pt x="2844667" y="159029"/>
                </a:cubicBezTo>
                <a:cubicBezTo>
                  <a:pt x="2888530" y="147871"/>
                  <a:pt x="2914187" y="181391"/>
                  <a:pt x="2946649" y="192330"/>
                </a:cubicBezTo>
                <a:cubicBezTo>
                  <a:pt x="2981872" y="180417"/>
                  <a:pt x="3015239" y="215115"/>
                  <a:pt x="3088812" y="226485"/>
                </a:cubicBezTo>
                <a:cubicBezTo>
                  <a:pt x="3127734" y="212524"/>
                  <a:pt x="3138301" y="234381"/>
                  <a:pt x="3208669" y="217774"/>
                </a:cubicBezTo>
                <a:cubicBezTo>
                  <a:pt x="3242208" y="219284"/>
                  <a:pt x="3229623" y="233297"/>
                  <a:pt x="3290045" y="235553"/>
                </a:cubicBezTo>
                <a:cubicBezTo>
                  <a:pt x="3399655" y="215239"/>
                  <a:pt x="3444518" y="245862"/>
                  <a:pt x="3529335" y="249571"/>
                </a:cubicBezTo>
                <a:cubicBezTo>
                  <a:pt x="3623697" y="257405"/>
                  <a:pt x="3587652" y="268832"/>
                  <a:pt x="3716766" y="252690"/>
                </a:cubicBezTo>
                <a:cubicBezTo>
                  <a:pt x="3723469" y="267318"/>
                  <a:pt x="3737863" y="269842"/>
                  <a:pt x="3765333" y="266823"/>
                </a:cubicBezTo>
                <a:cubicBezTo>
                  <a:pt x="3810754" y="271601"/>
                  <a:pt x="3792745" y="303866"/>
                  <a:pt x="3846897" y="290090"/>
                </a:cubicBezTo>
                <a:cubicBezTo>
                  <a:pt x="3830941" y="306608"/>
                  <a:pt x="3929114" y="308026"/>
                  <a:pt x="3900217" y="323590"/>
                </a:cubicBezTo>
                <a:cubicBezTo>
                  <a:pt x="3922367" y="343425"/>
                  <a:pt x="3948574" y="318948"/>
                  <a:pt x="3971444" y="336662"/>
                </a:cubicBezTo>
                <a:cubicBezTo>
                  <a:pt x="4002781" y="344193"/>
                  <a:pt x="3960997" y="315419"/>
                  <a:pt x="3997868" y="318867"/>
                </a:cubicBezTo>
                <a:cubicBezTo>
                  <a:pt x="4041159" y="326219"/>
                  <a:pt x="4055435" y="293981"/>
                  <a:pt x="4070852" y="339615"/>
                </a:cubicBezTo>
                <a:cubicBezTo>
                  <a:pt x="4121286" y="335828"/>
                  <a:pt x="4121920" y="355506"/>
                  <a:pt x="4180483" y="373369"/>
                </a:cubicBezTo>
                <a:cubicBezTo>
                  <a:pt x="4211379" y="366707"/>
                  <a:pt x="4230171" y="374664"/>
                  <a:pt x="4246264" y="387458"/>
                </a:cubicBezTo>
                <a:cubicBezTo>
                  <a:pt x="4308508" y="393310"/>
                  <a:pt x="4357326" y="416142"/>
                  <a:pt x="4423169" y="431783"/>
                </a:cubicBezTo>
                <a:lnTo>
                  <a:pt x="4446752" y="435383"/>
                </a:lnTo>
                <a:lnTo>
                  <a:pt x="4446954" y="435566"/>
                </a:lnTo>
                <a:cubicBezTo>
                  <a:pt x="4508528" y="480137"/>
                  <a:pt x="4617740" y="529869"/>
                  <a:pt x="4662523" y="553169"/>
                </a:cubicBezTo>
                <a:cubicBezTo>
                  <a:pt x="4720320" y="547046"/>
                  <a:pt x="4678644" y="560102"/>
                  <a:pt x="4715641" y="575354"/>
                </a:cubicBezTo>
                <a:cubicBezTo>
                  <a:pt x="4682056" y="593278"/>
                  <a:pt x="4768370" y="586520"/>
                  <a:pt x="4742071" y="614016"/>
                </a:cubicBezTo>
                <a:cubicBezTo>
                  <a:pt x="4749637" y="615922"/>
                  <a:pt x="4757797" y="616899"/>
                  <a:pt x="4766183" y="617675"/>
                </a:cubicBezTo>
                <a:lnTo>
                  <a:pt x="4770562" y="618094"/>
                </a:lnTo>
                <a:lnTo>
                  <a:pt x="4783240" y="624350"/>
                </a:lnTo>
                <a:lnTo>
                  <a:pt x="4792882" y="620401"/>
                </a:lnTo>
                <a:lnTo>
                  <a:pt x="4816310" y="625721"/>
                </a:lnTo>
                <a:cubicBezTo>
                  <a:pt x="4824144" y="628595"/>
                  <a:pt x="4831482" y="632720"/>
                  <a:pt x="4837953" y="638824"/>
                </a:cubicBezTo>
                <a:cubicBezTo>
                  <a:pt x="4848645" y="668753"/>
                  <a:pt x="4922266" y="669148"/>
                  <a:pt x="4933914" y="707398"/>
                </a:cubicBezTo>
                <a:cubicBezTo>
                  <a:pt x="4940833" y="719653"/>
                  <a:pt x="4978358" y="746502"/>
                  <a:pt x="4995259" y="744825"/>
                </a:cubicBezTo>
                <a:cubicBezTo>
                  <a:pt x="5005107" y="749034"/>
                  <a:pt x="5010567" y="758092"/>
                  <a:pt x="5024744" y="753396"/>
                </a:cubicBezTo>
                <a:cubicBezTo>
                  <a:pt x="5047511" y="761361"/>
                  <a:pt x="5109162" y="783016"/>
                  <a:pt x="5131877" y="792613"/>
                </a:cubicBezTo>
                <a:cubicBezTo>
                  <a:pt x="5132671" y="802792"/>
                  <a:pt x="5144554" y="806683"/>
                  <a:pt x="5161031" y="810975"/>
                </a:cubicBezTo>
                <a:lnTo>
                  <a:pt x="5176815" y="815342"/>
                </a:lnTo>
                <a:lnTo>
                  <a:pt x="5180064" y="831233"/>
                </a:lnTo>
                <a:cubicBezTo>
                  <a:pt x="5202966" y="819270"/>
                  <a:pt x="5188976" y="863361"/>
                  <a:pt x="5215059" y="865080"/>
                </a:cubicBezTo>
                <a:cubicBezTo>
                  <a:pt x="5235765" y="864786"/>
                  <a:pt x="5236347" y="878098"/>
                  <a:pt x="5245643" y="887119"/>
                </a:cubicBezTo>
                <a:cubicBezTo>
                  <a:pt x="5267660" y="891609"/>
                  <a:pt x="5295742" y="939348"/>
                  <a:pt x="5295952" y="957174"/>
                </a:cubicBezTo>
                <a:cubicBezTo>
                  <a:pt x="5284322" y="1008946"/>
                  <a:pt x="5374979" y="1038019"/>
                  <a:pt x="5367826" y="1079140"/>
                </a:cubicBezTo>
                <a:cubicBezTo>
                  <a:pt x="5371668" y="1089190"/>
                  <a:pt x="5377921" y="1097135"/>
                  <a:pt x="5385646" y="1103730"/>
                </a:cubicBezTo>
                <a:lnTo>
                  <a:pt x="5410965" y="1119397"/>
                </a:lnTo>
                <a:lnTo>
                  <a:pt x="5436960" y="1130910"/>
                </a:lnTo>
                <a:lnTo>
                  <a:pt x="5442083" y="1133134"/>
                </a:lnTo>
                <a:cubicBezTo>
                  <a:pt x="5451910" y="1137346"/>
                  <a:pt x="5457170" y="1169188"/>
                  <a:pt x="5465219" y="1174479"/>
                </a:cubicBezTo>
                <a:cubicBezTo>
                  <a:pt x="5488744" y="1195184"/>
                  <a:pt x="5467141" y="1223401"/>
                  <a:pt x="5488171" y="1238604"/>
                </a:cubicBezTo>
                <a:cubicBezTo>
                  <a:pt x="5523491" y="1271811"/>
                  <a:pt x="5486623" y="1305961"/>
                  <a:pt x="5562172" y="1320840"/>
                </a:cubicBezTo>
                <a:cubicBezTo>
                  <a:pt x="5601634" y="1385316"/>
                  <a:pt x="5636528" y="1453139"/>
                  <a:pt x="5686905" y="1512529"/>
                </a:cubicBezTo>
                <a:cubicBezTo>
                  <a:pt x="5729049" y="1575678"/>
                  <a:pt x="5699691" y="1553768"/>
                  <a:pt x="5748726" y="1623716"/>
                </a:cubicBezTo>
                <a:cubicBezTo>
                  <a:pt x="5783098" y="1689734"/>
                  <a:pt x="5789710" y="1639740"/>
                  <a:pt x="5842593" y="1726595"/>
                </a:cubicBezTo>
                <a:cubicBezTo>
                  <a:pt x="5837824" y="1733043"/>
                  <a:pt x="5862023" y="1845188"/>
                  <a:pt x="5861042" y="1851837"/>
                </a:cubicBezTo>
                <a:cubicBezTo>
                  <a:pt x="5874156" y="1887981"/>
                  <a:pt x="5901790" y="1919218"/>
                  <a:pt x="5921290" y="1943460"/>
                </a:cubicBezTo>
                <a:lnTo>
                  <a:pt x="5978046" y="1997284"/>
                </a:lnTo>
                <a:lnTo>
                  <a:pt x="5992479" y="2056720"/>
                </a:lnTo>
                <a:cubicBezTo>
                  <a:pt x="6011078" y="2079033"/>
                  <a:pt x="6072687" y="2117397"/>
                  <a:pt x="6089639" y="2131171"/>
                </a:cubicBezTo>
                <a:lnTo>
                  <a:pt x="6094199" y="2139379"/>
                </a:lnTo>
                <a:lnTo>
                  <a:pt x="6094822" y="2139386"/>
                </a:lnTo>
                <a:cubicBezTo>
                  <a:pt x="6096947" y="2140841"/>
                  <a:pt x="6098876" y="2143416"/>
                  <a:pt x="6100692" y="2147736"/>
                </a:cubicBezTo>
                <a:lnTo>
                  <a:pt x="6102516" y="2154343"/>
                </a:lnTo>
                <a:lnTo>
                  <a:pt x="6111361" y="2170264"/>
                </a:lnTo>
                <a:lnTo>
                  <a:pt x="6215475" y="2270153"/>
                </a:lnTo>
                <a:lnTo>
                  <a:pt x="6255966" y="2335401"/>
                </a:lnTo>
                <a:lnTo>
                  <a:pt x="6272711" y="2385144"/>
                </a:lnTo>
                <a:cubicBezTo>
                  <a:pt x="6282320" y="2406495"/>
                  <a:pt x="6299066" y="2405139"/>
                  <a:pt x="6304347" y="2439388"/>
                </a:cubicBezTo>
                <a:cubicBezTo>
                  <a:pt x="6297131" y="2486231"/>
                  <a:pt x="6325530" y="2500962"/>
                  <a:pt x="6326729" y="2549400"/>
                </a:cubicBezTo>
                <a:cubicBezTo>
                  <a:pt x="6325926" y="2572066"/>
                  <a:pt x="6339111" y="2599957"/>
                  <a:pt x="6344663" y="2628839"/>
                </a:cubicBezTo>
                <a:lnTo>
                  <a:pt x="6375811" y="2639204"/>
                </a:lnTo>
                <a:cubicBezTo>
                  <a:pt x="6375427" y="2643533"/>
                  <a:pt x="6375041" y="2647863"/>
                  <a:pt x="6374657" y="2652193"/>
                </a:cubicBezTo>
                <a:cubicBezTo>
                  <a:pt x="6373555" y="2658134"/>
                  <a:pt x="6371943" y="2662665"/>
                  <a:pt x="6369740" y="2664642"/>
                </a:cubicBezTo>
                <a:cubicBezTo>
                  <a:pt x="6368032" y="2674540"/>
                  <a:pt x="6371528" y="2686899"/>
                  <a:pt x="6361964" y="2690172"/>
                </a:cubicBezTo>
                <a:cubicBezTo>
                  <a:pt x="6350507" y="2696218"/>
                  <a:pt x="6369375" y="2734440"/>
                  <a:pt x="6355511" y="2727335"/>
                </a:cubicBezTo>
                <a:cubicBezTo>
                  <a:pt x="6358746" y="2734104"/>
                  <a:pt x="6360434" y="2742096"/>
                  <a:pt x="6361058" y="2750592"/>
                </a:cubicBezTo>
                <a:cubicBezTo>
                  <a:pt x="6361013" y="2751998"/>
                  <a:pt x="6360970" y="2753408"/>
                  <a:pt x="6360926" y="2754814"/>
                </a:cubicBezTo>
                <a:lnTo>
                  <a:pt x="6339285" y="2810353"/>
                </a:lnTo>
                <a:cubicBezTo>
                  <a:pt x="6360091" y="2854187"/>
                  <a:pt x="6313103" y="2870086"/>
                  <a:pt x="6325672" y="2908809"/>
                </a:cubicBezTo>
                <a:cubicBezTo>
                  <a:pt x="6341563" y="2966972"/>
                  <a:pt x="6291836" y="2935388"/>
                  <a:pt x="6333498" y="3009772"/>
                </a:cubicBezTo>
                <a:cubicBezTo>
                  <a:pt x="6345476" y="3039254"/>
                  <a:pt x="6345955" y="3068963"/>
                  <a:pt x="6334947" y="3095405"/>
                </a:cubicBezTo>
                <a:lnTo>
                  <a:pt x="6344768" y="3155941"/>
                </a:lnTo>
                <a:cubicBezTo>
                  <a:pt x="6348643" y="3153663"/>
                  <a:pt x="6311793" y="3186588"/>
                  <a:pt x="6314754" y="3197987"/>
                </a:cubicBezTo>
                <a:cubicBezTo>
                  <a:pt x="6318695" y="3221971"/>
                  <a:pt x="6319257" y="3226752"/>
                  <a:pt x="6304230" y="3239690"/>
                </a:cubicBezTo>
                <a:cubicBezTo>
                  <a:pt x="6306321" y="3248567"/>
                  <a:pt x="6307305" y="3254005"/>
                  <a:pt x="6308837" y="3264003"/>
                </a:cubicBezTo>
                <a:cubicBezTo>
                  <a:pt x="6301812" y="3288243"/>
                  <a:pt x="6298529" y="3302527"/>
                  <a:pt x="6309285" y="3324103"/>
                </a:cubicBezTo>
                <a:cubicBezTo>
                  <a:pt x="6301188" y="3343007"/>
                  <a:pt x="6329285" y="3359307"/>
                  <a:pt x="6342503" y="3405661"/>
                </a:cubicBezTo>
                <a:cubicBezTo>
                  <a:pt x="6338012" y="3447477"/>
                  <a:pt x="6408325" y="3505721"/>
                  <a:pt x="6401531" y="3550593"/>
                </a:cubicBezTo>
                <a:cubicBezTo>
                  <a:pt x="6395655" y="3579549"/>
                  <a:pt x="6423437" y="3594758"/>
                  <a:pt x="6427705" y="3624684"/>
                </a:cubicBezTo>
                <a:cubicBezTo>
                  <a:pt x="6416402" y="3629199"/>
                  <a:pt x="6435787" y="3639516"/>
                  <a:pt x="6448424" y="3657106"/>
                </a:cubicBezTo>
                <a:lnTo>
                  <a:pt x="6444014" y="3752742"/>
                </a:lnTo>
                <a:cubicBezTo>
                  <a:pt x="6443990" y="3752777"/>
                  <a:pt x="6443967" y="3752813"/>
                  <a:pt x="6443946" y="3752849"/>
                </a:cubicBezTo>
                <a:lnTo>
                  <a:pt x="0" y="3752849"/>
                </a:lnTo>
                <a:close/>
              </a:path>
            </a:pathLst>
          </a:custGeom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20354" y="1360829"/>
            <a:ext cx="5738234" cy="4258260"/>
          </a:xfrm>
        </p:spPr>
        <p:txBody>
          <a:bodyPr anchor="t">
            <a:normAutofit/>
          </a:bodyPr>
          <a:lstStyle/>
          <a:p>
            <a:r>
              <a:rPr lang="en-US" dirty="0"/>
              <a:t>Initial problems addressed</a:t>
            </a:r>
          </a:p>
          <a:p>
            <a:r>
              <a:rPr lang="en-US" dirty="0"/>
              <a:t>Data logging solution (store data)</a:t>
            </a:r>
          </a:p>
          <a:p>
            <a:r>
              <a:rPr lang="en-US" dirty="0"/>
              <a:t>Automatic Detection (AI and algorithmic detection)</a:t>
            </a:r>
          </a:p>
          <a:p>
            <a:r>
              <a:rPr lang="en-US" dirty="0"/>
              <a:t>Enhanced display control (ability to capture, hold, clear the display)</a:t>
            </a:r>
          </a:p>
          <a:p>
            <a:r>
              <a:rPr lang="en-US" dirty="0"/>
              <a:t>Addressed core challenges (cost, complexity, accessibility) 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964788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 28">
            <a:extLst>
              <a:ext uri="{FF2B5EF4-FFF2-40B4-BE49-F238E27FC236}">
                <a16:creationId xmlns:a16="http://schemas.microsoft.com/office/drawing/2014/main" id="{91DC6ABD-215C-4EA8-A483-CEF5B99AB3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B733C61-2932-5CD4-A71B-CACD52EE9A3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9609" y="679731"/>
            <a:ext cx="4171994" cy="3736540"/>
          </a:xfrm>
        </p:spPr>
        <p:txBody>
          <a:bodyPr>
            <a:normAutofit/>
          </a:bodyPr>
          <a:lstStyle/>
          <a:p>
            <a:pPr algn="l"/>
            <a:r>
              <a:rPr lang="en-IN"/>
              <a:t>Hardware Design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4C27C6A-6F8B-38D7-2846-372DD6DFE97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99609" y="4685288"/>
            <a:ext cx="4171994" cy="1035781"/>
          </a:xfrm>
        </p:spPr>
        <p:txBody>
          <a:bodyPr>
            <a:normAutofit/>
          </a:bodyPr>
          <a:lstStyle/>
          <a:p>
            <a:pPr algn="l"/>
            <a:r>
              <a:rPr lang="en-IN"/>
              <a:t>Presenter: Gautam Ambali </a:t>
            </a:r>
            <a:endParaRPr lang="en-US"/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3AF6A671-C637-4547-85F4-51B6D18813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416432" y="1"/>
            <a:ext cx="2446384" cy="5777808"/>
            <a:chOff x="329184" y="1"/>
            <a:chExt cx="524256" cy="5777808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C575CF26-3D3C-4C5A-A2B7-00432016EF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329184" y="5777809"/>
              <a:ext cx="521208" cy="0"/>
            </a:xfrm>
            <a:prstGeom prst="line">
              <a:avLst/>
            </a:prstGeom>
            <a:ln w="1524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99413ED5-9ED4-4772-BCE4-2BCAE6B12E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29184" y="1"/>
              <a:ext cx="524256" cy="553211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2" name="Rectangle 31">
            <a:extLst>
              <a:ext uri="{FF2B5EF4-FFF2-40B4-BE49-F238E27FC236}">
                <a16:creationId xmlns:a16="http://schemas.microsoft.com/office/drawing/2014/main" id="{04357C93-F0CB-4A1C-8F77-4E90637898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386598" y="269324"/>
            <a:ext cx="6116779" cy="620877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Cartoon of a person working on a machine&#10;&#10;AI-generated content may be incorrect.">
            <a:extLst>
              <a:ext uri="{FF2B5EF4-FFF2-40B4-BE49-F238E27FC236}">
                <a16:creationId xmlns:a16="http://schemas.microsoft.com/office/drawing/2014/main" id="{9971E1D9-6817-44BC-4F8C-664F5364A5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40572" y="1270401"/>
            <a:ext cx="5608830" cy="42066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57287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Slide Background">
            <a:extLst>
              <a:ext uri="{FF2B5EF4-FFF2-40B4-BE49-F238E27FC236}">
                <a16:creationId xmlns:a16="http://schemas.microsoft.com/office/drawing/2014/main" id="{C0763A76-9F1C-4FC5-82B7-DD475DA461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-1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8522446" cy="2285999"/>
          </a:xfrm>
          <a:prstGeom prst="rect">
            <a:avLst/>
          </a:prstGeom>
          <a:ln>
            <a:noFill/>
          </a:ln>
          <a:effectLst>
            <a:outerShdw blurRad="596900" dist="304800" dir="7140000" sx="90000" sy="90000" algn="t" rotWithShape="0">
              <a:srgbClr val="000000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B2E8E3C-DAF2-047E-9015-8DA171AFBB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3" y="350196"/>
            <a:ext cx="4646904" cy="1624520"/>
          </a:xfrm>
        </p:spPr>
        <p:txBody>
          <a:bodyPr anchor="ctr">
            <a:normAutofit/>
          </a:bodyPr>
          <a:lstStyle/>
          <a:p>
            <a:r>
              <a:rPr lang="en-IN" sz="4000"/>
              <a:t>Hardware Components</a:t>
            </a:r>
            <a:endParaRPr lang="en-US" sz="40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50B6D3-A333-DB42-5420-4D7DBBD016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1802" y="2743200"/>
            <a:ext cx="4646905" cy="3613149"/>
          </a:xfrm>
        </p:spPr>
        <p:txBody>
          <a:bodyPr anchor="ctr">
            <a:normAutofit/>
          </a:bodyPr>
          <a:lstStyle/>
          <a:p>
            <a:r>
              <a:rPr lang="en-IN" sz="4000" dirty="0"/>
              <a:t> I/O Interface</a:t>
            </a:r>
          </a:p>
          <a:p>
            <a:r>
              <a:rPr lang="en-IN" sz="4000" dirty="0"/>
              <a:t> Power Section
 Analog circuitry
 Compute</a:t>
            </a:r>
            <a:endParaRPr lang="en-US" sz="4000" dirty="0"/>
          </a:p>
        </p:txBody>
      </p:sp>
      <p:pic>
        <p:nvPicPr>
          <p:cNvPr id="6" name="VN20250527_231421">
            <a:hlinkClick r:id="" action="ppaction://media"/>
            <a:extLst>
              <a:ext uri="{FF2B5EF4-FFF2-40B4-BE49-F238E27FC236}">
                <a16:creationId xmlns:a16="http://schemas.microsoft.com/office/drawing/2014/main" id="{CC6285F1-25C4-DC49-ADDC-7A6308B7C05F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>
                  <p14:bmkLst>
                    <p14:bmk name="Bookmark 1" time="9786.5605"/>
                    <p14:bmk name="Bookmark 2" time="13228.0605"/>
                    <p14:bmk name="Bookmark 3" time="17230.4639"/>
                    <p14:bmk name="Bookmark 4" time="20380.3082"/>
                    <p14:bmk name="Bookmark 5" time="24909.05"/>
                    <p14:bmk name="Bookmark 6" time="27921.0465"/>
                    <p14:bmk name="Bookmark 7" time="33219.6777"/>
                  </p14:bmkLst>
                </p14:media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139190" y="1460089"/>
            <a:ext cx="6423375" cy="36131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88484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1100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D1D34770-47A8-402C-AF23-2B653F2D88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B2E8E3C-DAF2-047E-9015-8DA171AFBB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6679" y="723898"/>
            <a:ext cx="6002110" cy="1495425"/>
          </a:xfrm>
        </p:spPr>
        <p:txBody>
          <a:bodyPr>
            <a:normAutofit/>
          </a:bodyPr>
          <a:lstStyle/>
          <a:p>
            <a:r>
              <a:rPr lang="en-US" sz="4000"/>
              <a:t>Input/Output Interface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610F882-F23E-80F8-9094-0957DA0815F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8736" r="32669" b="-1"/>
          <a:stretch>
            <a:fillRect/>
          </a:stretch>
        </p:blipFill>
        <p:spPr>
          <a:xfrm>
            <a:off x="7199440" y="10"/>
            <a:ext cx="4992560" cy="6857990"/>
          </a:xfrm>
          <a:prstGeom prst="rect">
            <a:avLst/>
          </a:prstGeom>
          <a:effectLst/>
        </p:spPr>
      </p:pic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5C9BDAA8-4C9E-B230-385B-00206C1FFEB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11729465"/>
              </p:ext>
            </p:extLst>
          </p:nvPr>
        </p:nvGraphicFramePr>
        <p:xfrm>
          <a:off x="836680" y="2084439"/>
          <a:ext cx="6002110" cy="404966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4" name="Picture 3" descr="A blue rectangular sign with black text&#10;&#10;AI-generated content may be incorrect.">
            <a:extLst>
              <a:ext uri="{FF2B5EF4-FFF2-40B4-BE49-F238E27FC236}">
                <a16:creationId xmlns:a16="http://schemas.microsoft.com/office/drawing/2014/main" id="{6CBE920B-530A-973E-3E81-C3D33723B33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7199439" y="2430710"/>
            <a:ext cx="4989511" cy="253556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13D62BE-E9B5-6EE1-B0D5-3C350E455A80}"/>
              </a:ext>
            </a:extLst>
          </p:cNvPr>
          <p:cNvSpPr txBox="1"/>
          <p:nvPr/>
        </p:nvSpPr>
        <p:spPr>
          <a:xfrm>
            <a:off x="7199440" y="7503468"/>
            <a:ext cx="4989511" cy="2355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900">
                <a:hlinkClick r:id="rId9" tooltip="https://open.oregonstate.education/climatechange/chapter/theory/"/>
              </a:rPr>
              <a:t>This Photo</a:t>
            </a:r>
            <a:r>
              <a:rPr lang="en-IN" sz="900"/>
              <a:t> by Unknown Author is licensed under </a:t>
            </a:r>
            <a:r>
              <a:rPr lang="en-IN" sz="900">
                <a:hlinkClick r:id="rId10" tooltip="https://creativecommons.org/licenses/by-nc/3.0/"/>
              </a:rPr>
              <a:t>CC BY-NC</a:t>
            </a:r>
            <a:endParaRPr lang="en-IN" sz="900"/>
          </a:p>
        </p:txBody>
      </p:sp>
    </p:spTree>
    <p:extLst>
      <p:ext uri="{BB962C8B-B14F-4D97-AF65-F5344CB8AC3E}">
        <p14:creationId xmlns:p14="http://schemas.microsoft.com/office/powerpoint/2010/main" val="21074585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2EB492CD-616E-47F8-933B-5E2D952A05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23" name="Arc 22">
            <a:extLst>
              <a:ext uri="{FF2B5EF4-FFF2-40B4-BE49-F238E27FC236}">
                <a16:creationId xmlns:a16="http://schemas.microsoft.com/office/drawing/2014/main" id="{59383CF9-23B5-4335-9B21-1791C4CF1C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3967198" flipH="1">
            <a:off x="8631348" y="490493"/>
            <a:ext cx="2987899" cy="2987899"/>
          </a:xfrm>
          <a:prstGeom prst="arc">
            <a:avLst>
              <a:gd name="adj1" fmla="val 14441841"/>
              <a:gd name="adj2" fmla="val 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B2E8E3C-DAF2-047E-9015-8DA171AFBB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94962" y="479493"/>
            <a:ext cx="5458838" cy="1325563"/>
          </a:xfrm>
        </p:spPr>
        <p:txBody>
          <a:bodyPr>
            <a:normAutofit/>
          </a:bodyPr>
          <a:lstStyle/>
          <a:p>
            <a:r>
              <a:rPr lang="en-US"/>
              <a:t>Power Section</a:t>
            </a:r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0007FE00-9498-4706-B255-6437B0252C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5486400"/>
            <a:ext cx="2672863" cy="1371600"/>
          </a:xfrm>
          <a:custGeom>
            <a:avLst/>
            <a:gdLst>
              <a:gd name="connsiteX0" fmla="*/ 1721734 w 2672863"/>
              <a:gd name="connsiteY0" fmla="*/ 0 h 1371600"/>
              <a:gd name="connsiteX1" fmla="*/ 2564444 w 2672863"/>
              <a:gd name="connsiteY1" fmla="*/ 213382 h 1371600"/>
              <a:gd name="connsiteX2" fmla="*/ 2672863 w 2672863"/>
              <a:gd name="connsiteY2" fmla="*/ 279248 h 1371600"/>
              <a:gd name="connsiteX3" fmla="*/ 2672863 w 2672863"/>
              <a:gd name="connsiteY3" fmla="*/ 1371600 h 1371600"/>
              <a:gd name="connsiteX4" fmla="*/ 0 w 2672863"/>
              <a:gd name="connsiteY4" fmla="*/ 1371600 h 1371600"/>
              <a:gd name="connsiteX5" fmla="*/ 33268 w 2672863"/>
              <a:gd name="connsiteY5" fmla="*/ 1242216 h 1371600"/>
              <a:gd name="connsiteX6" fmla="*/ 1721734 w 2672863"/>
              <a:gd name="connsiteY6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672863" h="1371600">
                <a:moveTo>
                  <a:pt x="1721734" y="0"/>
                </a:moveTo>
                <a:cubicBezTo>
                  <a:pt x="2026863" y="0"/>
                  <a:pt x="2313937" y="77299"/>
                  <a:pt x="2564444" y="213382"/>
                </a:cubicBezTo>
                <a:lnTo>
                  <a:pt x="2672863" y="279248"/>
                </a:lnTo>
                <a:lnTo>
                  <a:pt x="2672863" y="1371600"/>
                </a:lnTo>
                <a:lnTo>
                  <a:pt x="0" y="1371600"/>
                </a:lnTo>
                <a:lnTo>
                  <a:pt x="33268" y="1242216"/>
                </a:lnTo>
                <a:cubicBezTo>
                  <a:pt x="257110" y="522539"/>
                  <a:pt x="928399" y="0"/>
                  <a:pt x="1721734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 descr="Yellow and orange electric plug">
            <a:extLst>
              <a:ext uri="{FF2B5EF4-FFF2-40B4-BE49-F238E27FC236}">
                <a16:creationId xmlns:a16="http://schemas.microsoft.com/office/drawing/2014/main" id="{0AE691B4-8EAA-7F14-3358-3906EB43FEE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938" r="26661" b="-2"/>
          <a:stretch>
            <a:fillRect/>
          </a:stretch>
        </p:blipFill>
        <p:spPr>
          <a:xfrm>
            <a:off x="703182" y="659860"/>
            <a:ext cx="4777381" cy="5368536"/>
          </a:xfrm>
          <a:custGeom>
            <a:avLst/>
            <a:gdLst/>
            <a:ahLst/>
            <a:cxnLst/>
            <a:rect l="l" t="t" r="r" b="b"/>
            <a:pathLst>
              <a:path w="4777381" h="5643794">
                <a:moveTo>
                  <a:pt x="143704" y="0"/>
                </a:moveTo>
                <a:lnTo>
                  <a:pt x="4633677" y="0"/>
                </a:lnTo>
                <a:cubicBezTo>
                  <a:pt x="4713043" y="0"/>
                  <a:pt x="4777381" y="64338"/>
                  <a:pt x="4777381" y="143704"/>
                </a:cubicBezTo>
                <a:lnTo>
                  <a:pt x="4777381" y="5500090"/>
                </a:lnTo>
                <a:cubicBezTo>
                  <a:pt x="4777381" y="5579456"/>
                  <a:pt x="4713043" y="5643794"/>
                  <a:pt x="4633677" y="5643794"/>
                </a:cubicBezTo>
                <a:lnTo>
                  <a:pt x="143704" y="5643794"/>
                </a:lnTo>
                <a:cubicBezTo>
                  <a:pt x="64338" y="5643794"/>
                  <a:pt x="0" y="5579456"/>
                  <a:pt x="0" y="5500090"/>
                </a:cubicBezTo>
                <a:lnTo>
                  <a:pt x="0" y="143704"/>
                </a:lnTo>
                <a:cubicBezTo>
                  <a:pt x="0" y="64338"/>
                  <a:pt x="64338" y="0"/>
                  <a:pt x="143704" y="0"/>
                </a:cubicBezTo>
                <a:close/>
              </a:path>
            </a:pathLst>
          </a:cu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50B6D3-A333-DB42-5420-4D7DBBD016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4962" y="1984443"/>
            <a:ext cx="5458838" cy="4192520"/>
          </a:xfrm>
        </p:spPr>
        <p:txBody>
          <a:bodyPr>
            <a:normAutofit/>
          </a:bodyPr>
          <a:lstStyle/>
          <a:p>
            <a:r>
              <a:rPr lang="en-IN"/>
              <a:t> 3.7v 1200mAh fixed battery  </a:t>
            </a:r>
          </a:p>
          <a:p>
            <a:r>
              <a:rPr lang="en-IN"/>
              <a:t> RT9080 LDO 3.3V  </a:t>
            </a:r>
          </a:p>
          <a:p>
            <a:r>
              <a:rPr lang="en-IN"/>
              <a:t> TP4056 charging (Red/Blue LED)  </a:t>
            </a:r>
          </a:p>
          <a:p>
            <a:r>
              <a:rPr lang="en-IN"/>
              <a:t> 3-position power switch  (CHARGE - OFF - ON)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09980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6A84B152-3496-4C52-AF08-97AFFC09DD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B2E8E3C-DAF2-047E-9015-8DA171AFBB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365125"/>
            <a:ext cx="5393360" cy="1325563"/>
          </a:xfrm>
        </p:spPr>
        <p:txBody>
          <a:bodyPr>
            <a:normAutofit/>
          </a:bodyPr>
          <a:lstStyle/>
          <a:p>
            <a:r>
              <a:rPr lang="en-US"/>
              <a:t>Analog circuitry</a:t>
            </a: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6B2ADB95-0FA3-4BD7-A8AC-89D014A83E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198657" y="1"/>
            <a:ext cx="1155142" cy="625027"/>
          </a:xfrm>
          <a:custGeom>
            <a:avLst/>
            <a:gdLst>
              <a:gd name="connsiteX0" fmla="*/ 4784 w 1155142"/>
              <a:gd name="connsiteY0" fmla="*/ 0 h 625027"/>
              <a:gd name="connsiteX1" fmla="*/ 1150358 w 1155142"/>
              <a:gd name="connsiteY1" fmla="*/ 0 h 625027"/>
              <a:gd name="connsiteX2" fmla="*/ 1155142 w 1155142"/>
              <a:gd name="connsiteY2" fmla="*/ 47456 h 625027"/>
              <a:gd name="connsiteX3" fmla="*/ 577571 w 1155142"/>
              <a:gd name="connsiteY3" fmla="*/ 625027 h 625027"/>
              <a:gd name="connsiteX4" fmla="*/ 0 w 1155142"/>
              <a:gd name="connsiteY4" fmla="*/ 47456 h 6250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55142" h="625027">
                <a:moveTo>
                  <a:pt x="4784" y="0"/>
                </a:moveTo>
                <a:lnTo>
                  <a:pt x="1150358" y="0"/>
                </a:lnTo>
                <a:lnTo>
                  <a:pt x="1155142" y="47456"/>
                </a:lnTo>
                <a:cubicBezTo>
                  <a:pt x="1155142" y="366440"/>
                  <a:pt x="896555" y="625027"/>
                  <a:pt x="577571" y="625027"/>
                </a:cubicBezTo>
                <a:cubicBezTo>
                  <a:pt x="258587" y="625027"/>
                  <a:pt x="0" y="366440"/>
                  <a:pt x="0" y="47456"/>
                </a:cubicBezTo>
                <a:close/>
              </a:path>
            </a:pathLst>
          </a:custGeom>
          <a:solidFill>
            <a:schemeClr val="accent1">
              <a:alpha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C924DBCE-E731-4B22-8181-A39C1D8627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08185" y="3423959"/>
            <a:ext cx="630884" cy="630884"/>
          </a:xfrm>
          <a:prstGeom prst="ellipse">
            <a:avLst/>
          </a:prstGeom>
          <a:noFill/>
          <a:ln w="1270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4CBF9756-6AC8-4C65-84DF-56FBFFA1D8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463438">
            <a:off x="7450227" y="5166682"/>
            <a:ext cx="1835725" cy="2024785"/>
          </a:xfrm>
          <a:custGeom>
            <a:avLst/>
            <a:gdLst>
              <a:gd name="connsiteX0" fmla="*/ 1801138 w 1835725"/>
              <a:gd name="connsiteY0" fmla="*/ 1622662 h 2024785"/>
              <a:gd name="connsiteX1" fmla="*/ 1835717 w 1835725"/>
              <a:gd name="connsiteY1" fmla="*/ 1680254 h 2024785"/>
              <a:gd name="connsiteX2" fmla="*/ 1812568 w 1835725"/>
              <a:gd name="connsiteY2" fmla="*/ 1877193 h 2024785"/>
              <a:gd name="connsiteX3" fmla="*/ 1776210 w 1835725"/>
              <a:gd name="connsiteY3" fmla="*/ 2024785 h 2024785"/>
              <a:gd name="connsiteX4" fmla="*/ 1655772 w 1835725"/>
              <a:gd name="connsiteY4" fmla="*/ 1983449 h 2024785"/>
              <a:gd name="connsiteX5" fmla="*/ 1687591 w 1835725"/>
              <a:gd name="connsiteY5" fmla="*/ 1854495 h 2024785"/>
              <a:gd name="connsiteX6" fmla="*/ 1708939 w 1835725"/>
              <a:gd name="connsiteY6" fmla="*/ 1673301 h 2024785"/>
              <a:gd name="connsiteX7" fmla="*/ 1778129 w 1835725"/>
              <a:gd name="connsiteY7" fmla="*/ 1615979 h 2024785"/>
              <a:gd name="connsiteX8" fmla="*/ 1801138 w 1835725"/>
              <a:gd name="connsiteY8" fmla="*/ 1622662 h 2024785"/>
              <a:gd name="connsiteX9" fmla="*/ 1585229 w 1835725"/>
              <a:gd name="connsiteY9" fmla="*/ 764759 h 2024785"/>
              <a:gd name="connsiteX10" fmla="*/ 1623024 w 1835725"/>
              <a:gd name="connsiteY10" fmla="*/ 792810 h 2024785"/>
              <a:gd name="connsiteX11" fmla="*/ 1777614 w 1835725"/>
              <a:gd name="connsiteY11" fmla="*/ 1157141 h 2024785"/>
              <a:gd name="connsiteX12" fmla="*/ 1733799 w 1835725"/>
              <a:gd name="connsiteY12" fmla="*/ 1235532 h 2024785"/>
              <a:gd name="connsiteX13" fmla="*/ 1716464 w 1835725"/>
              <a:gd name="connsiteY13" fmla="*/ 1237722 h 2024785"/>
              <a:gd name="connsiteX14" fmla="*/ 1716464 w 1835725"/>
              <a:gd name="connsiteY14" fmla="*/ 1237913 h 2024785"/>
              <a:gd name="connsiteX15" fmla="*/ 1655409 w 1835725"/>
              <a:gd name="connsiteY15" fmla="*/ 1191717 h 2024785"/>
              <a:gd name="connsiteX16" fmla="*/ 1513200 w 1835725"/>
              <a:gd name="connsiteY16" fmla="*/ 856627 h 2024785"/>
              <a:gd name="connsiteX17" fmla="*/ 1538499 w 1835725"/>
              <a:gd name="connsiteY17" fmla="*/ 770415 h 2024785"/>
              <a:gd name="connsiteX18" fmla="*/ 1585229 w 1835725"/>
              <a:gd name="connsiteY18" fmla="*/ 764759 h 2024785"/>
              <a:gd name="connsiteX19" fmla="*/ 477919 w 1835725"/>
              <a:gd name="connsiteY19" fmla="*/ 21437 h 2024785"/>
              <a:gd name="connsiteX20" fmla="*/ 509236 w 1835725"/>
              <a:gd name="connsiteY20" fmla="*/ 84182 h 2024785"/>
              <a:gd name="connsiteX21" fmla="*/ 445829 w 1835725"/>
              <a:gd name="connsiteY21" fmla="*/ 139871 h 2024785"/>
              <a:gd name="connsiteX22" fmla="*/ 437447 w 1835725"/>
              <a:gd name="connsiteY22" fmla="*/ 139395 h 2024785"/>
              <a:gd name="connsiteX23" fmla="*/ 73211 w 1835725"/>
              <a:gd name="connsiteY23" fmla="*/ 137204 h 2024785"/>
              <a:gd name="connsiteX24" fmla="*/ 749 w 1835725"/>
              <a:gd name="connsiteY24" fmla="*/ 84082 h 2024785"/>
              <a:gd name="connsiteX25" fmla="*/ 53871 w 1835725"/>
              <a:gd name="connsiteY25" fmla="*/ 11621 h 2024785"/>
              <a:gd name="connsiteX26" fmla="*/ 58352 w 1835725"/>
              <a:gd name="connsiteY26" fmla="*/ 11093 h 2024785"/>
              <a:gd name="connsiteX27" fmla="*/ 454020 w 1835725"/>
              <a:gd name="connsiteY27" fmla="*/ 13474 h 2024785"/>
              <a:gd name="connsiteX28" fmla="*/ 477919 w 1835725"/>
              <a:gd name="connsiteY28" fmla="*/ 21437 h 2024785"/>
              <a:gd name="connsiteX29" fmla="*/ 957797 w 1835725"/>
              <a:gd name="connsiteY29" fmla="*/ 167970 h 2024785"/>
              <a:gd name="connsiteX30" fmla="*/ 1286982 w 1835725"/>
              <a:gd name="connsiteY30" fmla="*/ 387616 h 2024785"/>
              <a:gd name="connsiteX31" fmla="*/ 1293725 w 1835725"/>
              <a:gd name="connsiteY31" fmla="*/ 477075 h 2024785"/>
              <a:gd name="connsiteX32" fmla="*/ 1245453 w 1835725"/>
              <a:gd name="connsiteY32" fmla="*/ 499154 h 2024785"/>
              <a:gd name="connsiteX33" fmla="*/ 1245167 w 1835725"/>
              <a:gd name="connsiteY33" fmla="*/ 499154 h 2024785"/>
              <a:gd name="connsiteX34" fmla="*/ 1203638 w 1835725"/>
              <a:gd name="connsiteY34" fmla="*/ 484104 h 2024785"/>
              <a:gd name="connsiteX35" fmla="*/ 900647 w 1835725"/>
              <a:gd name="connsiteY35" fmla="*/ 281508 h 2024785"/>
              <a:gd name="connsiteX36" fmla="*/ 872454 w 1835725"/>
              <a:gd name="connsiteY36" fmla="*/ 196164 h 2024785"/>
              <a:gd name="connsiteX37" fmla="*/ 957797 w 1835725"/>
              <a:gd name="connsiteY37" fmla="*/ 167970 h 20247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</a:cxnLst>
            <a:rect l="l" t="t" r="r" b="b"/>
            <a:pathLst>
              <a:path w="1835725" h="2024785">
                <a:moveTo>
                  <a:pt x="1801138" y="1622662"/>
                </a:moveTo>
                <a:cubicBezTo>
                  <a:pt x="1822105" y="1633400"/>
                  <a:pt x="1836117" y="1655372"/>
                  <a:pt x="1835717" y="1680254"/>
                </a:cubicBezTo>
                <a:cubicBezTo>
                  <a:pt x="1832093" y="1746382"/>
                  <a:pt x="1824354" y="1812154"/>
                  <a:pt x="1812568" y="1877193"/>
                </a:cubicBezTo>
                <a:lnTo>
                  <a:pt x="1776210" y="2024785"/>
                </a:lnTo>
                <a:lnTo>
                  <a:pt x="1655772" y="1983449"/>
                </a:lnTo>
                <a:lnTo>
                  <a:pt x="1687591" y="1854495"/>
                </a:lnTo>
                <a:cubicBezTo>
                  <a:pt x="1698455" y="1794657"/>
                  <a:pt x="1705590" y="1734142"/>
                  <a:pt x="1708939" y="1673301"/>
                </a:cubicBezTo>
                <a:cubicBezTo>
                  <a:pt x="1712216" y="1638363"/>
                  <a:pt x="1743190" y="1612703"/>
                  <a:pt x="1778129" y="1615979"/>
                </a:cubicBezTo>
                <a:cubicBezTo>
                  <a:pt x="1786387" y="1616753"/>
                  <a:pt x="1794149" y="1619084"/>
                  <a:pt x="1801138" y="1622662"/>
                </a:cubicBezTo>
                <a:close/>
                <a:moveTo>
                  <a:pt x="1585229" y="764759"/>
                </a:moveTo>
                <a:cubicBezTo>
                  <a:pt x="1600438" y="768789"/>
                  <a:pt x="1614156" y="778436"/>
                  <a:pt x="1623024" y="792810"/>
                </a:cubicBezTo>
                <a:cubicBezTo>
                  <a:pt x="1689575" y="907319"/>
                  <a:pt x="1741505" y="1029715"/>
                  <a:pt x="1777614" y="1157141"/>
                </a:cubicBezTo>
                <a:cubicBezTo>
                  <a:pt x="1787149" y="1190888"/>
                  <a:pt x="1767537" y="1225969"/>
                  <a:pt x="1733799" y="1235532"/>
                </a:cubicBezTo>
                <a:cubicBezTo>
                  <a:pt x="1728151" y="1237046"/>
                  <a:pt x="1722312" y="1237780"/>
                  <a:pt x="1716464" y="1237722"/>
                </a:cubicBezTo>
                <a:lnTo>
                  <a:pt x="1716464" y="1237913"/>
                </a:lnTo>
                <a:cubicBezTo>
                  <a:pt x="1688070" y="1237913"/>
                  <a:pt x="1663124" y="1219044"/>
                  <a:pt x="1655409" y="1191717"/>
                </a:cubicBezTo>
                <a:cubicBezTo>
                  <a:pt x="1622214" y="1074512"/>
                  <a:pt x="1574437" y="961936"/>
                  <a:pt x="1513200" y="856627"/>
                </a:cubicBezTo>
                <a:cubicBezTo>
                  <a:pt x="1496379" y="825834"/>
                  <a:pt x="1507704" y="787236"/>
                  <a:pt x="1538499" y="770415"/>
                </a:cubicBezTo>
                <a:cubicBezTo>
                  <a:pt x="1553325" y="762319"/>
                  <a:pt x="1570022" y="760730"/>
                  <a:pt x="1585229" y="764759"/>
                </a:cubicBezTo>
                <a:close/>
                <a:moveTo>
                  <a:pt x="477919" y="21437"/>
                </a:moveTo>
                <a:cubicBezTo>
                  <a:pt x="499341" y="33775"/>
                  <a:pt x="512445" y="58102"/>
                  <a:pt x="509236" y="84182"/>
                </a:cubicBezTo>
                <a:cubicBezTo>
                  <a:pt x="505303" y="116151"/>
                  <a:pt x="478038" y="140098"/>
                  <a:pt x="445829" y="139871"/>
                </a:cubicBezTo>
                <a:cubicBezTo>
                  <a:pt x="443027" y="139899"/>
                  <a:pt x="440227" y="139740"/>
                  <a:pt x="437447" y="139395"/>
                </a:cubicBezTo>
                <a:cubicBezTo>
                  <a:pt x="316592" y="123615"/>
                  <a:pt x="194247" y="122878"/>
                  <a:pt x="73211" y="137204"/>
                </a:cubicBezTo>
                <a:cubicBezTo>
                  <a:pt x="38532" y="142545"/>
                  <a:pt x="6090" y="118762"/>
                  <a:pt x="749" y="84082"/>
                </a:cubicBezTo>
                <a:cubicBezTo>
                  <a:pt x="-4591" y="49403"/>
                  <a:pt x="19192" y="16961"/>
                  <a:pt x="53871" y="11621"/>
                </a:cubicBezTo>
                <a:cubicBezTo>
                  <a:pt x="55358" y="11392"/>
                  <a:pt x="56852" y="11216"/>
                  <a:pt x="58352" y="11093"/>
                </a:cubicBezTo>
                <a:cubicBezTo>
                  <a:pt x="189834" y="-4456"/>
                  <a:pt x="322735" y="-3656"/>
                  <a:pt x="454020" y="13474"/>
                </a:cubicBezTo>
                <a:cubicBezTo>
                  <a:pt x="462713" y="14543"/>
                  <a:pt x="470778" y="17324"/>
                  <a:pt x="477919" y="21437"/>
                </a:cubicBezTo>
                <a:close/>
                <a:moveTo>
                  <a:pt x="957797" y="167970"/>
                </a:moveTo>
                <a:cubicBezTo>
                  <a:pt x="1076184" y="227289"/>
                  <a:pt x="1186759" y="301068"/>
                  <a:pt x="1286982" y="387616"/>
                </a:cubicBezTo>
                <a:cubicBezTo>
                  <a:pt x="1313547" y="410457"/>
                  <a:pt x="1316566" y="450510"/>
                  <a:pt x="1293725" y="477075"/>
                </a:cubicBezTo>
                <a:cubicBezTo>
                  <a:pt x="1281638" y="491137"/>
                  <a:pt x="1263998" y="499204"/>
                  <a:pt x="1245453" y="499154"/>
                </a:cubicBezTo>
                <a:lnTo>
                  <a:pt x="1245167" y="499154"/>
                </a:lnTo>
                <a:cubicBezTo>
                  <a:pt x="1229965" y="499301"/>
                  <a:pt x="1215220" y="493956"/>
                  <a:pt x="1203638" y="484104"/>
                </a:cubicBezTo>
                <a:cubicBezTo>
                  <a:pt x="1111407" y="404300"/>
                  <a:pt x="1009633" y="336248"/>
                  <a:pt x="900647" y="281508"/>
                </a:cubicBezTo>
                <a:cubicBezTo>
                  <a:pt x="869295" y="265726"/>
                  <a:pt x="856672" y="227516"/>
                  <a:pt x="872454" y="196164"/>
                </a:cubicBezTo>
                <a:cubicBezTo>
                  <a:pt x="888235" y="164811"/>
                  <a:pt x="926445" y="152188"/>
                  <a:pt x="957797" y="167970"/>
                </a:cubicBezTo>
                <a:close/>
              </a:path>
            </a:pathLst>
          </a:custGeom>
          <a:solidFill>
            <a:schemeClr val="accent4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500A1B2-C9E6-15D7-59DF-28E49EB965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l="20415" r="20415"/>
          <a:stretch/>
        </p:blipFill>
        <p:spPr>
          <a:xfrm>
            <a:off x="7828581" y="1352977"/>
            <a:ext cx="3670016" cy="3670016"/>
          </a:xfrm>
          <a:custGeom>
            <a:avLst/>
            <a:gdLst/>
            <a:ahLst/>
            <a:cxnLst/>
            <a:rect l="l" t="t" r="r" b="b"/>
            <a:pathLst>
              <a:path w="2663168" h="2663168">
                <a:moveTo>
                  <a:pt x="1331584" y="0"/>
                </a:moveTo>
                <a:cubicBezTo>
                  <a:pt x="2066998" y="0"/>
                  <a:pt x="2663168" y="596170"/>
                  <a:pt x="2663168" y="1331584"/>
                </a:cubicBezTo>
                <a:cubicBezTo>
                  <a:pt x="2663168" y="2066998"/>
                  <a:pt x="2066998" y="2663168"/>
                  <a:pt x="1331584" y="2663168"/>
                </a:cubicBezTo>
                <a:cubicBezTo>
                  <a:pt x="596170" y="2663168"/>
                  <a:pt x="0" y="2066998"/>
                  <a:pt x="0" y="1331584"/>
                </a:cubicBezTo>
                <a:cubicBezTo>
                  <a:pt x="0" y="596170"/>
                  <a:pt x="596170" y="0"/>
                  <a:pt x="1331584" y="0"/>
                </a:cubicBezTo>
                <a:close/>
              </a:path>
            </a:pathLst>
          </a:custGeom>
        </p:spPr>
      </p:pic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2D385988-EAAF-4C27-AF8A-2BFBECAF3D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749602" y="1"/>
            <a:ext cx="2066948" cy="1621879"/>
          </a:xfrm>
          <a:custGeom>
            <a:avLst/>
            <a:gdLst>
              <a:gd name="connsiteX0" fmla="*/ 0 w 2066948"/>
              <a:gd name="connsiteY0" fmla="*/ 0 h 1621879"/>
              <a:gd name="connsiteX1" fmla="*/ 123825 w 2066948"/>
              <a:gd name="connsiteY1" fmla="*/ 0 h 1621879"/>
              <a:gd name="connsiteX2" fmla="*/ 123825 w 2066948"/>
              <a:gd name="connsiteY2" fmla="*/ 1452620 h 1621879"/>
              <a:gd name="connsiteX3" fmla="*/ 1881378 w 2066948"/>
              <a:gd name="connsiteY3" fmla="*/ 436017 h 1621879"/>
              <a:gd name="connsiteX4" fmla="*/ 1127572 w 2066948"/>
              <a:gd name="connsiteY4" fmla="*/ 0 h 1621879"/>
              <a:gd name="connsiteX5" fmla="*/ 1374887 w 2066948"/>
              <a:gd name="connsiteY5" fmla="*/ 0 h 1621879"/>
              <a:gd name="connsiteX6" fmla="*/ 2035969 w 2066948"/>
              <a:gd name="connsiteY6" fmla="*/ 382391 h 1621879"/>
              <a:gd name="connsiteX7" fmla="*/ 2058648 w 2066948"/>
              <a:gd name="connsiteY7" fmla="*/ 466963 h 1621879"/>
              <a:gd name="connsiteX8" fmla="*/ 2035969 w 2066948"/>
              <a:gd name="connsiteY8" fmla="*/ 489642 h 1621879"/>
              <a:gd name="connsiteX9" fmla="*/ 92869 w 2066948"/>
              <a:gd name="connsiteY9" fmla="*/ 1613592 h 1621879"/>
              <a:gd name="connsiteX10" fmla="*/ 61913 w 2066948"/>
              <a:gd name="connsiteY10" fmla="*/ 1621879 h 1621879"/>
              <a:gd name="connsiteX11" fmla="*/ 0 w 2066948"/>
              <a:gd name="connsiteY11" fmla="*/ 1559967 h 16218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066948" h="1621879">
                <a:moveTo>
                  <a:pt x="0" y="0"/>
                </a:moveTo>
                <a:lnTo>
                  <a:pt x="123825" y="0"/>
                </a:lnTo>
                <a:lnTo>
                  <a:pt x="123825" y="1452620"/>
                </a:lnTo>
                <a:lnTo>
                  <a:pt x="1881378" y="436017"/>
                </a:lnTo>
                <a:lnTo>
                  <a:pt x="1127572" y="0"/>
                </a:lnTo>
                <a:lnTo>
                  <a:pt x="1374887" y="0"/>
                </a:lnTo>
                <a:lnTo>
                  <a:pt x="2035969" y="382391"/>
                </a:lnTo>
                <a:cubicBezTo>
                  <a:pt x="2065582" y="399479"/>
                  <a:pt x="2075745" y="437340"/>
                  <a:pt x="2058648" y="466963"/>
                </a:cubicBezTo>
                <a:cubicBezTo>
                  <a:pt x="2053219" y="476384"/>
                  <a:pt x="2045389" y="484204"/>
                  <a:pt x="2035969" y="489642"/>
                </a:cubicBezTo>
                <a:lnTo>
                  <a:pt x="92869" y="1613592"/>
                </a:lnTo>
                <a:cubicBezTo>
                  <a:pt x="83458" y="1619031"/>
                  <a:pt x="72780" y="1621889"/>
                  <a:pt x="61913" y="1621879"/>
                </a:cubicBezTo>
                <a:cubicBezTo>
                  <a:pt x="27719" y="1621879"/>
                  <a:pt x="0" y="1594161"/>
                  <a:pt x="0" y="1559967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43621FD4-D14D-45D5-9A57-9A2DE5EA59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2138745" y="1027906"/>
            <a:ext cx="0" cy="1597708"/>
          </a:xfrm>
          <a:prstGeom prst="line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B621D332-7329-4994-8836-C429A51B75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09527" y="6033795"/>
            <a:ext cx="1991064" cy="824205"/>
          </a:xfrm>
          <a:custGeom>
            <a:avLst/>
            <a:gdLst>
              <a:gd name="connsiteX0" fmla="*/ 995532 w 1991064"/>
              <a:gd name="connsiteY0" fmla="*/ 0 h 824205"/>
              <a:gd name="connsiteX1" fmla="*/ 1984823 w 1991064"/>
              <a:gd name="connsiteY1" fmla="*/ 784423 h 824205"/>
              <a:gd name="connsiteX2" fmla="*/ 1991064 w 1991064"/>
              <a:gd name="connsiteY2" fmla="*/ 824205 h 824205"/>
              <a:gd name="connsiteX3" fmla="*/ 0 w 1991064"/>
              <a:gd name="connsiteY3" fmla="*/ 824205 h 824205"/>
              <a:gd name="connsiteX4" fmla="*/ 6241 w 1991064"/>
              <a:gd name="connsiteY4" fmla="*/ 784423 h 824205"/>
              <a:gd name="connsiteX5" fmla="*/ 995532 w 1991064"/>
              <a:gd name="connsiteY5" fmla="*/ 0 h 8242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991064" h="824205">
                <a:moveTo>
                  <a:pt x="995532" y="0"/>
                </a:moveTo>
                <a:cubicBezTo>
                  <a:pt x="1483521" y="0"/>
                  <a:pt x="1890663" y="336754"/>
                  <a:pt x="1984823" y="784423"/>
                </a:cubicBezTo>
                <a:lnTo>
                  <a:pt x="1991064" y="824205"/>
                </a:lnTo>
                <a:lnTo>
                  <a:pt x="0" y="824205"/>
                </a:lnTo>
                <a:lnTo>
                  <a:pt x="6241" y="784423"/>
                </a:lnTo>
                <a:cubicBezTo>
                  <a:pt x="100402" y="336754"/>
                  <a:pt x="507544" y="0"/>
                  <a:pt x="995532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2D20F754-35A9-4508-BE3C-C59996D143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851696" y="5519196"/>
            <a:ext cx="1340305" cy="1338805"/>
          </a:xfrm>
          <a:custGeom>
            <a:avLst/>
            <a:gdLst>
              <a:gd name="connsiteX0" fmla="*/ 61913 w 1340305"/>
              <a:gd name="connsiteY0" fmla="*/ 0 h 1338805"/>
              <a:gd name="connsiteX1" fmla="*/ 1340305 w 1340305"/>
              <a:gd name="connsiteY1" fmla="*/ 0 h 1338805"/>
              <a:gd name="connsiteX2" fmla="*/ 1340305 w 1340305"/>
              <a:gd name="connsiteY2" fmla="*/ 123825 h 1338805"/>
              <a:gd name="connsiteX3" fmla="*/ 123825 w 1340305"/>
              <a:gd name="connsiteY3" fmla="*/ 123825 h 1338805"/>
              <a:gd name="connsiteX4" fmla="*/ 123825 w 1340305"/>
              <a:gd name="connsiteY4" fmla="*/ 1338805 h 1338805"/>
              <a:gd name="connsiteX5" fmla="*/ 0 w 1340305"/>
              <a:gd name="connsiteY5" fmla="*/ 1338805 h 1338805"/>
              <a:gd name="connsiteX6" fmla="*/ 0 w 1340305"/>
              <a:gd name="connsiteY6" fmla="*/ 61913 h 1338805"/>
              <a:gd name="connsiteX7" fmla="*/ 61913 w 1340305"/>
              <a:gd name="connsiteY7" fmla="*/ 0 h 13388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340305" h="1338805">
                <a:moveTo>
                  <a:pt x="61913" y="0"/>
                </a:moveTo>
                <a:lnTo>
                  <a:pt x="1340305" y="0"/>
                </a:lnTo>
                <a:lnTo>
                  <a:pt x="1340305" y="123825"/>
                </a:lnTo>
                <a:lnTo>
                  <a:pt x="123825" y="123825"/>
                </a:lnTo>
                <a:lnTo>
                  <a:pt x="123825" y="1338805"/>
                </a:lnTo>
                <a:lnTo>
                  <a:pt x="0" y="1338805"/>
                </a:ln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graphicFrame>
        <p:nvGraphicFramePr>
          <p:cNvPr id="17" name="Content Placeholder 2">
            <a:extLst>
              <a:ext uri="{FF2B5EF4-FFF2-40B4-BE49-F238E27FC236}">
                <a16:creationId xmlns:a16="http://schemas.microsoft.com/office/drawing/2014/main" id="{B28E7F48-BA53-7681-EEAE-D16881BF58E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43106104"/>
              </p:ext>
            </p:extLst>
          </p:nvPr>
        </p:nvGraphicFramePr>
        <p:xfrm>
          <a:off x="838200" y="1825625"/>
          <a:ext cx="5393361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  <p:extLst>
      <p:ext uri="{BB962C8B-B14F-4D97-AF65-F5344CB8AC3E}">
        <p14:creationId xmlns:p14="http://schemas.microsoft.com/office/powerpoint/2010/main" val="24634055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2EB492CD-616E-47F8-933B-5E2D952A05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15" name="Arc 14">
            <a:extLst>
              <a:ext uri="{FF2B5EF4-FFF2-40B4-BE49-F238E27FC236}">
                <a16:creationId xmlns:a16="http://schemas.microsoft.com/office/drawing/2014/main" id="{59383CF9-23B5-4335-9B21-1791C4CF1C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3967198" flipH="1">
            <a:off x="8631348" y="490493"/>
            <a:ext cx="2987899" cy="2987899"/>
          </a:xfrm>
          <a:prstGeom prst="arc">
            <a:avLst>
              <a:gd name="adj1" fmla="val 14441841"/>
              <a:gd name="adj2" fmla="val 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75C0B1B-9C78-5C50-335F-D45859A858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94962" y="479493"/>
            <a:ext cx="5458838" cy="1325563"/>
          </a:xfrm>
        </p:spPr>
        <p:txBody>
          <a:bodyPr>
            <a:normAutofit/>
          </a:bodyPr>
          <a:lstStyle/>
          <a:p>
            <a:r>
              <a:rPr lang="en-US"/>
              <a:t>Compute</a:t>
            </a:r>
            <a:endParaRPr lang="en-US" dirty="0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0007FE00-9498-4706-B255-6437B0252C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5486400"/>
            <a:ext cx="2672863" cy="1371600"/>
          </a:xfrm>
          <a:custGeom>
            <a:avLst/>
            <a:gdLst>
              <a:gd name="connsiteX0" fmla="*/ 1721734 w 2672863"/>
              <a:gd name="connsiteY0" fmla="*/ 0 h 1371600"/>
              <a:gd name="connsiteX1" fmla="*/ 2564444 w 2672863"/>
              <a:gd name="connsiteY1" fmla="*/ 213382 h 1371600"/>
              <a:gd name="connsiteX2" fmla="*/ 2672863 w 2672863"/>
              <a:gd name="connsiteY2" fmla="*/ 279248 h 1371600"/>
              <a:gd name="connsiteX3" fmla="*/ 2672863 w 2672863"/>
              <a:gd name="connsiteY3" fmla="*/ 1371600 h 1371600"/>
              <a:gd name="connsiteX4" fmla="*/ 0 w 2672863"/>
              <a:gd name="connsiteY4" fmla="*/ 1371600 h 1371600"/>
              <a:gd name="connsiteX5" fmla="*/ 33268 w 2672863"/>
              <a:gd name="connsiteY5" fmla="*/ 1242216 h 1371600"/>
              <a:gd name="connsiteX6" fmla="*/ 1721734 w 2672863"/>
              <a:gd name="connsiteY6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672863" h="1371600">
                <a:moveTo>
                  <a:pt x="1721734" y="0"/>
                </a:moveTo>
                <a:cubicBezTo>
                  <a:pt x="2026863" y="0"/>
                  <a:pt x="2313937" y="77299"/>
                  <a:pt x="2564444" y="213382"/>
                </a:cubicBezTo>
                <a:lnTo>
                  <a:pt x="2672863" y="279248"/>
                </a:lnTo>
                <a:lnTo>
                  <a:pt x="2672863" y="1371600"/>
                </a:lnTo>
                <a:lnTo>
                  <a:pt x="0" y="1371600"/>
                </a:lnTo>
                <a:lnTo>
                  <a:pt x="33268" y="1242216"/>
                </a:lnTo>
                <a:cubicBezTo>
                  <a:pt x="257110" y="522539"/>
                  <a:pt x="928399" y="0"/>
                  <a:pt x="1721734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EAEAC35-F44C-F22B-3C37-47EEECC4DF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3182" y="1385402"/>
            <a:ext cx="4777381" cy="3917452"/>
          </a:xfrm>
          <a:custGeom>
            <a:avLst/>
            <a:gdLst/>
            <a:ahLst/>
            <a:cxnLst/>
            <a:rect l="l" t="t" r="r" b="b"/>
            <a:pathLst>
              <a:path w="4777381" h="5643794">
                <a:moveTo>
                  <a:pt x="143704" y="0"/>
                </a:moveTo>
                <a:lnTo>
                  <a:pt x="4633677" y="0"/>
                </a:lnTo>
                <a:cubicBezTo>
                  <a:pt x="4713043" y="0"/>
                  <a:pt x="4777381" y="64338"/>
                  <a:pt x="4777381" y="143704"/>
                </a:cubicBezTo>
                <a:lnTo>
                  <a:pt x="4777381" y="5500090"/>
                </a:lnTo>
                <a:cubicBezTo>
                  <a:pt x="4777381" y="5579456"/>
                  <a:pt x="4713043" y="5643794"/>
                  <a:pt x="4633677" y="5643794"/>
                </a:cubicBezTo>
                <a:lnTo>
                  <a:pt x="143704" y="5643794"/>
                </a:lnTo>
                <a:cubicBezTo>
                  <a:pt x="64338" y="5643794"/>
                  <a:pt x="0" y="5579456"/>
                  <a:pt x="0" y="5500090"/>
                </a:cubicBezTo>
                <a:lnTo>
                  <a:pt x="0" y="143704"/>
                </a:lnTo>
                <a:cubicBezTo>
                  <a:pt x="0" y="64338"/>
                  <a:pt x="64338" y="0"/>
                  <a:pt x="143704" y="0"/>
                </a:cubicBezTo>
                <a:close/>
              </a:path>
            </a:pathLst>
          </a:cu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E8F833-8552-79C9-8BF7-CB0A18C5F9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4962" y="1984443"/>
            <a:ext cx="5458838" cy="4192520"/>
          </a:xfrm>
        </p:spPr>
        <p:txBody>
          <a:bodyPr>
            <a:normAutofit/>
          </a:bodyPr>
          <a:lstStyle/>
          <a:p>
            <a:r>
              <a:rPr lang="en-US" dirty="0"/>
              <a:t>ESP8266 Overview</a:t>
            </a:r>
          </a:p>
          <a:p>
            <a:pPr lvl="1"/>
            <a:r>
              <a:rPr lang="en-IN" b="0" i="0" dirty="0">
                <a:solidFill>
                  <a:srgbClr val="545D7E"/>
                </a:solidFill>
                <a:effectLst/>
                <a:latin typeface="Google Sans"/>
              </a:rPr>
              <a:t>32-bit Tensilica </a:t>
            </a:r>
            <a:r>
              <a:rPr lang="en-IN" dirty="0">
                <a:solidFill>
                  <a:srgbClr val="545D7E"/>
                </a:solidFill>
                <a:latin typeface="Google Sans"/>
              </a:rPr>
              <a:t>X</a:t>
            </a:r>
            <a:r>
              <a:rPr lang="en-IN" b="0" i="0" dirty="0">
                <a:solidFill>
                  <a:srgbClr val="545D7E"/>
                </a:solidFill>
                <a:effectLst/>
                <a:latin typeface="Google Sans"/>
              </a:rPr>
              <a:t>tensa LX106 80-160MHz MCU</a:t>
            </a:r>
            <a:endParaRPr lang="en-US" b="0" i="0" dirty="0">
              <a:solidFill>
                <a:srgbClr val="545D7E"/>
              </a:solidFill>
              <a:effectLst/>
              <a:latin typeface="Google Sans"/>
            </a:endParaRPr>
          </a:p>
          <a:p>
            <a:pPr lvl="1"/>
            <a:r>
              <a:rPr lang="en-US" b="0" i="0" dirty="0">
                <a:solidFill>
                  <a:srgbClr val="545D7E"/>
                </a:solidFill>
                <a:effectLst/>
                <a:latin typeface="Google Sans"/>
              </a:rPr>
              <a:t>Supports 802.11 b/g/n Wi-Fi</a:t>
            </a:r>
          </a:p>
          <a:p>
            <a:pPr lvl="1"/>
            <a:r>
              <a:rPr lang="en-IN" b="0" i="0" dirty="0">
                <a:solidFill>
                  <a:srgbClr val="545D7E"/>
                </a:solidFill>
                <a:effectLst/>
                <a:latin typeface="Google Sans"/>
              </a:rPr>
              <a:t>Affordable option</a:t>
            </a:r>
          </a:p>
          <a:p>
            <a:pPr lvl="1"/>
            <a:r>
              <a:rPr lang="en-IN" dirty="0">
                <a:solidFill>
                  <a:srgbClr val="545D7E"/>
                </a:solidFill>
                <a:latin typeface="Google Sans"/>
              </a:rPr>
              <a:t>ADC – 1</a:t>
            </a:r>
          </a:p>
          <a:p>
            <a:pPr lvl="1"/>
            <a:r>
              <a:rPr lang="en-IN" dirty="0"/>
              <a:t>RAM </a:t>
            </a:r>
            <a:r>
              <a:rPr lang="en-US" b="0" i="0" dirty="0">
                <a:solidFill>
                  <a:srgbClr val="666666"/>
                </a:solidFill>
                <a:effectLst/>
                <a:latin typeface="-apple-system"/>
              </a:rPr>
              <a:t>160KB - 64KB Instruction - 96KB Data</a:t>
            </a:r>
          </a:p>
          <a:p>
            <a:pPr lvl="1"/>
            <a:r>
              <a:rPr lang="en-IN" dirty="0"/>
              <a:t>Flash </a:t>
            </a:r>
            <a:r>
              <a:rPr lang="en-IN" b="0" i="0" dirty="0">
                <a:solidFill>
                  <a:srgbClr val="666666"/>
                </a:solidFill>
                <a:effectLst/>
                <a:latin typeface="-apple-system"/>
              </a:rPr>
              <a:t>Extern QSPI - 512KB A 4MB</a:t>
            </a:r>
            <a:endParaRPr lang="en-IN" dirty="0"/>
          </a:p>
          <a:p>
            <a:r>
              <a:rPr lang="en-US" dirty="0"/>
              <a:t>Connection topology</a:t>
            </a:r>
          </a:p>
        </p:txBody>
      </p:sp>
    </p:spTree>
    <p:extLst>
      <p:ext uri="{BB962C8B-B14F-4D97-AF65-F5344CB8AC3E}">
        <p14:creationId xmlns:p14="http://schemas.microsoft.com/office/powerpoint/2010/main" val="35712745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Rectangle 56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2" name="Picture 31" descr="Brain model with LED lights">
            <a:extLst>
              <a:ext uri="{FF2B5EF4-FFF2-40B4-BE49-F238E27FC236}">
                <a16:creationId xmlns:a16="http://schemas.microsoft.com/office/drawing/2014/main" id="{BB857F4E-9D82-0DED-A174-7E5512E1822E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4749"/>
          <a:stretch>
            <a:fillRect/>
          </a:stretch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78BFF9A-60DF-4362-5B05-B2B75FD6D2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2"/>
            <a:ext cx="9144000" cy="2900518"/>
          </a:xfrm>
        </p:spPr>
        <p:txBody>
          <a:bodyPr>
            <a:normAutofit/>
          </a:bodyPr>
          <a:lstStyle/>
          <a:p>
            <a:r>
              <a:rPr lang="en-IN">
                <a:solidFill>
                  <a:srgbClr val="FFFFFF"/>
                </a:solidFill>
              </a:rPr>
              <a:t>Firmware Design </a:t>
            </a:r>
            <a:endParaRPr lang="en-US">
              <a:solidFill>
                <a:srgbClr val="FFFFFF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4F6E19-4CF1-5048-8F19-AFD5F05F744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159404"/>
            <a:ext cx="9144000" cy="1098395"/>
          </a:xfrm>
        </p:spPr>
        <p:txBody>
          <a:bodyPr>
            <a:normAutofit/>
          </a:bodyPr>
          <a:lstStyle/>
          <a:p>
            <a:r>
              <a:rPr lang="en-IN">
                <a:solidFill>
                  <a:srgbClr val="FFFFFF"/>
                </a:solidFill>
              </a:rPr>
              <a:t>Presenter : Sudipta Sen</a:t>
            </a:r>
            <a:endParaRPr lang="en-US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6052718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B6CDA21F-E7AF-4C75-8395-33F58D5B0E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AE1C45F0-260A-458C-96ED-C1F6D21512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" y="1216597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A6604B49-AD5C-4590-B051-06C8222ECD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743ECCAF-29C5-4537-947C-7EA1292463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ED49787B-8DE6-4467-AD0A-8DECC6E0C2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6" name="Rectangle 25">
            <a:extLst>
              <a:ext uri="{FF2B5EF4-FFF2-40B4-BE49-F238E27FC236}">
                <a16:creationId xmlns:a16="http://schemas.microsoft.com/office/drawing/2014/main" id="{D5B0017B-2ECA-49AF-B397-DC140825DF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79" y="613954"/>
            <a:ext cx="10907487" cy="189411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973D1A2-C7A3-0255-9F51-8E7E2EE5B11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43631" y="809898"/>
            <a:ext cx="9942716" cy="155448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/>
            <a:r>
              <a:rPr lang="en-US" sz="48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ESP8266 Firmware Design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ED3D3F3-96D2-0591-CE15-9873367184C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45028" y="2704014"/>
            <a:ext cx="9941319" cy="3438166"/>
          </a:xfrm>
        </p:spPr>
        <p:txBody>
          <a:bodyPr vert="horz" lIns="91440" tIns="45720" rIns="91440" bIns="45720" rtlCol="0" anchor="ctr">
            <a:normAutofit fontScale="92500"/>
          </a:bodyPr>
          <a:lstStyle/>
          <a:p>
            <a:pPr marL="114300" algn="l"/>
            <a:r>
              <a:rPr lang="en-US" sz="2200" dirty="0"/>
              <a:t> Firmware is written using the Arduino core for ESP8266. Major modules include:                                                                                                                                  </a:t>
            </a:r>
          </a:p>
          <a:p>
            <a:pPr marL="342900" indent="-228600" algn="l">
              <a:buFont typeface="Arial" panose="020B0604020202020204" pitchFamily="34" charset="0"/>
              <a:buChar char="•"/>
            </a:pPr>
            <a:r>
              <a:rPr lang="en-US" sz="2600" dirty="0" err="1"/>
              <a:t>WiFi</a:t>
            </a:r>
            <a:r>
              <a:rPr lang="en-US" sz="2600" dirty="0"/>
              <a:t> Access Point: Default SSID “</a:t>
            </a:r>
            <a:r>
              <a:rPr lang="en-US" sz="2600" dirty="0" err="1"/>
              <a:t>Micro_ECG_RANMPGroupF</a:t>
            </a:r>
            <a:r>
              <a:rPr lang="en-US" sz="2600" dirty="0"/>
              <a:t>”, no password. </a:t>
            </a:r>
          </a:p>
          <a:p>
            <a:pPr marL="342900" indent="-228600" algn="l">
              <a:buFont typeface="Arial" panose="020B0604020202020204" pitchFamily="34" charset="0"/>
              <a:buChar char="•"/>
            </a:pPr>
            <a:r>
              <a:rPr lang="en-US" sz="2600" dirty="0"/>
              <a:t>Captive Portal: Uses DNS hijack and local HTTP server. </a:t>
            </a:r>
          </a:p>
          <a:p>
            <a:pPr marL="342900" indent="-228600" algn="l">
              <a:buFont typeface="Arial" panose="020B0604020202020204" pitchFamily="34" charset="0"/>
              <a:buChar char="•"/>
            </a:pPr>
            <a:r>
              <a:rPr lang="en-US" sz="2600" dirty="0"/>
              <a:t>WebSocket Server: For real-time ADC streaming. </a:t>
            </a:r>
          </a:p>
          <a:p>
            <a:pPr marL="342900" indent="-228600" algn="l">
              <a:buFont typeface="Arial" panose="020B0604020202020204" pitchFamily="34" charset="0"/>
              <a:buChar char="•"/>
            </a:pPr>
            <a:r>
              <a:rPr lang="en-US" sz="2600" dirty="0"/>
              <a:t>ADC Sampling: Samples analog ECG at 250Hz using a timer interrupt.</a:t>
            </a:r>
          </a:p>
          <a:p>
            <a:pPr marL="342900" indent="-228600" algn="l">
              <a:buFont typeface="Arial" panose="020B0604020202020204" pitchFamily="34" charset="0"/>
              <a:buChar char="•"/>
            </a:pPr>
            <a:r>
              <a:rPr lang="en-US" sz="2600" dirty="0"/>
              <a:t>Frame Batching: Sends 70-80 samples per WebSocket frame for efficiency. 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6CF1BAF6-AD41-4082-B212-8A1F9A2E87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6485313"/>
            <a:ext cx="10515600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3616964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5" name="Rectangle 34">
            <a:extLst>
              <a:ext uri="{FF2B5EF4-FFF2-40B4-BE49-F238E27FC236}">
                <a16:creationId xmlns:a16="http://schemas.microsoft.com/office/drawing/2014/main" id="{9D25F302-27C5-414F-97F8-6EA0A6C028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27A5E8AE-2915-479A-9F2A-7D7A7429F89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76" b="7836"/>
          <a:stretch>
            <a:fillRect/>
          </a:stretch>
        </p:blipFill>
        <p:spPr>
          <a:xfrm>
            <a:off x="698593" y="623275"/>
            <a:ext cx="3838581" cy="5607881"/>
          </a:xfrm>
          <a:prstGeom prst="rect">
            <a:avLst/>
          </a:prstGeom>
        </p:spPr>
      </p:pic>
      <p:sp>
        <p:nvSpPr>
          <p:cNvPr id="40" name="Right Triangle 39">
            <a:extLst>
              <a:ext uri="{FF2B5EF4-FFF2-40B4-BE49-F238E27FC236}">
                <a16:creationId xmlns:a16="http://schemas.microsoft.com/office/drawing/2014/main" id="{830A36F8-48C2-4842-A87B-8CE8DF4E7F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76029" y="623275"/>
            <a:ext cx="6570797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BFF3E10-CC34-1900-DB5E-B6E9DE5082E9}"/>
              </a:ext>
            </a:extLst>
          </p:cNvPr>
          <p:cNvSpPr txBox="1"/>
          <p:nvPr/>
        </p:nvSpPr>
        <p:spPr>
          <a:xfrm>
            <a:off x="5465659" y="1188637"/>
            <a:ext cx="5642312" cy="15972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5400">
                <a:latin typeface="+mj-lt"/>
                <a:ea typeface="+mj-ea"/>
                <a:cs typeface="+mj-cs"/>
              </a:rPr>
              <a:t>ESP8266 Firmware Architecture</a:t>
            </a:r>
          </a:p>
        </p:txBody>
      </p:sp>
      <p:pic>
        <p:nvPicPr>
          <p:cNvPr id="3" name="Content Placeholder 2" descr="A hand holding a small computer chip&#10;&#10;AI-generated content may be incorrect.">
            <a:extLst>
              <a:ext uri="{FF2B5EF4-FFF2-40B4-BE49-F238E27FC236}">
                <a16:creationId xmlns:a16="http://schemas.microsoft.com/office/drawing/2014/main" id="{7ACFD610-0BE8-5D8F-933D-3A105453CFB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6096000" y="3042760"/>
            <a:ext cx="4090988" cy="2710195"/>
          </a:xfr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A99DAD5-9D63-AB10-8E87-70EB01297273}"/>
              </a:ext>
            </a:extLst>
          </p:cNvPr>
          <p:cNvSpPr txBox="1"/>
          <p:nvPr/>
        </p:nvSpPr>
        <p:spPr>
          <a:xfrm>
            <a:off x="6096000" y="5743430"/>
            <a:ext cx="409098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900">
                <a:hlinkClick r:id="rId5" tooltip="https://www.mikrocontroller-elektronik.de/nodemcu-esp8266-tutorial-wlan-board-arduino-ide/"/>
              </a:rPr>
              <a:t>This Photo</a:t>
            </a:r>
            <a:r>
              <a:rPr lang="en-IN" sz="900"/>
              <a:t> by Unknown Author is licensed under </a:t>
            </a:r>
            <a:r>
              <a:rPr lang="en-IN" sz="900">
                <a:hlinkClick r:id="rId6" tooltip="https://creativecommons.org/licenses/by-nc-sa/3.0/"/>
              </a:rPr>
              <a:t>CC BY-SA-NC</a:t>
            </a:r>
            <a:endParaRPr lang="en-IN" sz="900"/>
          </a:p>
        </p:txBody>
      </p:sp>
    </p:spTree>
    <p:extLst>
      <p:ext uri="{BB962C8B-B14F-4D97-AF65-F5344CB8AC3E}">
        <p14:creationId xmlns:p14="http://schemas.microsoft.com/office/powerpoint/2010/main" val="413399633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alpha val="3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C5278130-DFE0-457B-8698-88DF69019D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" y="0"/>
            <a:ext cx="12188952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F99531B-1681-4D6E-BECB-18325B33A6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" y="0"/>
            <a:ext cx="12188952" cy="6858000"/>
          </a:xfrm>
          <a:prstGeom prst="rect">
            <a:avLst/>
          </a:prstGeom>
          <a:solidFill>
            <a:schemeClr val="bg2">
              <a:alpha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0344094-430A-400B-804B-910E696A1A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478324" y="709375"/>
            <a:ext cx="10713676" cy="54333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53C67DF-7782-4E57-AB9B-F1B4811AD8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543451" y="1248213"/>
            <a:ext cx="5413238" cy="4326335"/>
          </a:xfrm>
          <a:prstGeom prst="rect">
            <a:avLst/>
          </a:prstGeom>
          <a:solidFill>
            <a:schemeClr val="accent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134320B-9FA6-E24A-4CD3-33C56E3296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967" y="675564"/>
            <a:ext cx="3609833" cy="5204085"/>
          </a:xfrm>
        </p:spPr>
        <p:txBody>
          <a:bodyPr>
            <a:normAutofit/>
          </a:bodyPr>
          <a:lstStyle/>
          <a:p>
            <a:r>
              <a:rPr lang="en-IN"/>
              <a:t>Working principle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B03A5AE3-BD30-455C-842B-7626C8BEF0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11365990" y="5610"/>
            <a:ext cx="0" cy="6858000"/>
          </a:xfrm>
          <a:prstGeom prst="line">
            <a:avLst/>
          </a:prstGeom>
          <a:ln w="9525" cap="rnd">
            <a:solidFill>
              <a:schemeClr val="accent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2DBECAA5-1F2D-470D-875C-8F2C2CA3E5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18001"/>
            <a:ext cx="12192000" cy="0"/>
          </a:xfrm>
          <a:prstGeom prst="line">
            <a:avLst/>
          </a:prstGeom>
          <a:ln w="9525" cap="rnd">
            <a:solidFill>
              <a:schemeClr val="accent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1" name="Content Placeholder 2">
            <a:extLst>
              <a:ext uri="{FF2B5EF4-FFF2-40B4-BE49-F238E27FC236}">
                <a16:creationId xmlns:a16="http://schemas.microsoft.com/office/drawing/2014/main" id="{01D7258D-3D13-A554-DFD6-DB8C5CC5AF5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1837862"/>
              </p:ext>
            </p:extLst>
          </p:nvPr>
        </p:nvGraphicFramePr>
        <p:xfrm>
          <a:off x="4776730" y="819369"/>
          <a:ext cx="6589260" cy="524399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47536297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AA21E0-1453-C2BE-E55C-2CDAC5089C1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1038621"/>
          </a:xfrm>
        </p:spPr>
        <p:txBody>
          <a:bodyPr/>
          <a:lstStyle/>
          <a:p>
            <a:r>
              <a:rPr lang="en-IN" dirty="0"/>
              <a:t>Frontend and UI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D679EB-A472-7E5C-3AB2-585FF7BDAB8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303859"/>
            <a:ext cx="9144000" cy="2953941"/>
          </a:xfrm>
        </p:spPr>
        <p:txBody>
          <a:bodyPr/>
          <a:lstStyle/>
          <a:p>
            <a:r>
              <a:rPr lang="en-IN" dirty="0"/>
              <a:t>Presenter : </a:t>
            </a:r>
            <a:r>
              <a:rPr lang="en-IN" dirty="0" err="1"/>
              <a:t>Ruma</a:t>
            </a:r>
            <a:r>
              <a:rPr lang="en-IN" dirty="0"/>
              <a:t> </a:t>
            </a:r>
            <a:r>
              <a:rPr lang="en-IN" dirty="0" err="1"/>
              <a:t>Mandi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416051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Sample being pipetted into a petri dish">
            <a:extLst>
              <a:ext uri="{FF2B5EF4-FFF2-40B4-BE49-F238E27FC236}">
                <a16:creationId xmlns:a16="http://schemas.microsoft.com/office/drawing/2014/main" id="{CFF49E02-63D4-164A-49E5-BD92003B150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516" r="-2" b="-2"/>
          <a:stretch>
            <a:fillRect/>
          </a:stretch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B733C61-2932-5CD4-A71B-CACD52EE9A3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1" y="1122363"/>
            <a:ext cx="4023360" cy="3204134"/>
          </a:xfrm>
        </p:spPr>
        <p:txBody>
          <a:bodyPr anchor="b">
            <a:normAutofit/>
          </a:bodyPr>
          <a:lstStyle/>
          <a:p>
            <a:pPr algn="l"/>
            <a:r>
              <a:rPr lang="en-IN" sz="4800">
                <a:solidFill>
                  <a:schemeClr val="bg1"/>
                </a:solidFill>
              </a:rPr>
              <a:t>Demonstration and Testing</a:t>
            </a:r>
            <a:endParaRPr lang="en-US" sz="4800">
              <a:solidFill>
                <a:schemeClr val="bg1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4C27C6A-6F8B-38D7-2846-372DD6DFE97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0" y="4872922"/>
            <a:ext cx="4023359" cy="1208141"/>
          </a:xfrm>
        </p:spPr>
        <p:txBody>
          <a:bodyPr>
            <a:normAutofit/>
          </a:bodyPr>
          <a:lstStyle/>
          <a:p>
            <a:pPr algn="l"/>
            <a:r>
              <a:rPr lang="en-IN" sz="2000">
                <a:solidFill>
                  <a:schemeClr val="bg1"/>
                </a:solidFill>
              </a:rPr>
              <a:t>Presenter: Raju Adhikary</a:t>
            </a:r>
            <a:endParaRPr lang="en-US" sz="2000">
              <a:solidFill>
                <a:schemeClr val="bg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285123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Rectangle 364">
            <a:extLst>
              <a:ext uri="{FF2B5EF4-FFF2-40B4-BE49-F238E27FC236}">
                <a16:creationId xmlns:a16="http://schemas.microsoft.com/office/drawing/2014/main" id="{5A0118C5-4F8D-4CF4-BADD-53FEACC6C4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67" name="Oval 366">
            <a:extLst>
              <a:ext uri="{FF2B5EF4-FFF2-40B4-BE49-F238E27FC236}">
                <a16:creationId xmlns:a16="http://schemas.microsoft.com/office/drawing/2014/main" id="{4E0A5C5C-2A95-428E-9F6A-0D29EBD57C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88395" y="1040837"/>
            <a:ext cx="4754948" cy="4754948"/>
          </a:xfrm>
          <a:prstGeom prst="ellipse">
            <a:avLst/>
          </a:prstGeom>
          <a:solidFill>
            <a:srgbClr val="FFFFFF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9" name="Oval 368">
            <a:extLst>
              <a:ext uri="{FF2B5EF4-FFF2-40B4-BE49-F238E27FC236}">
                <a16:creationId xmlns:a16="http://schemas.microsoft.com/office/drawing/2014/main" id="{1056F38F-7C4E-461D-8709-7D0024AE1F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9411" y="1029607"/>
            <a:ext cx="4754948" cy="4754948"/>
          </a:xfrm>
          <a:prstGeom prst="ellipse">
            <a:avLst/>
          </a:prstGeom>
          <a:solidFill>
            <a:schemeClr val="accent6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1" name="Oval 370">
            <a:extLst>
              <a:ext uri="{FF2B5EF4-FFF2-40B4-BE49-F238E27FC236}">
                <a16:creationId xmlns:a16="http://schemas.microsoft.com/office/drawing/2014/main" id="{C7278469-3C3C-49CE-AEEE-E176A4900B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39960" y="934855"/>
            <a:ext cx="4754948" cy="4754948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5BB98C6-7F04-EF43-3B09-AA04B9EB51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2368" y="1877493"/>
            <a:ext cx="4030132" cy="1551508"/>
          </a:xfrm>
        </p:spPr>
        <p:txBody>
          <a:bodyPr>
            <a:normAutofit/>
          </a:bodyPr>
          <a:lstStyle/>
          <a:p>
            <a:pPr algn="ctr"/>
            <a:r>
              <a:rPr lang="en-IN">
                <a:solidFill>
                  <a:schemeClr val="bg1"/>
                </a:solidFill>
              </a:rPr>
              <a:t>User Guide</a:t>
            </a:r>
            <a:endParaRPr lang="en-US" dirty="0">
              <a:solidFill>
                <a:schemeClr val="bg1"/>
              </a:solidFill>
            </a:endParaRPr>
          </a:p>
        </p:txBody>
      </p:sp>
      <p:grpSp>
        <p:nvGrpSpPr>
          <p:cNvPr id="373" name="Group 372">
            <a:extLst>
              <a:ext uri="{FF2B5EF4-FFF2-40B4-BE49-F238E27FC236}">
                <a16:creationId xmlns:a16="http://schemas.microsoft.com/office/drawing/2014/main" id="{93DC754C-7E09-422D-A8BB-AF632E90DF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377893"/>
            <a:ext cx="1861854" cy="717514"/>
            <a:chOff x="0" y="377893"/>
            <a:chExt cx="1861854" cy="717514"/>
          </a:xfrm>
          <a:solidFill>
            <a:schemeClr val="bg1"/>
          </a:solidFill>
        </p:grpSpPr>
        <p:sp>
          <p:nvSpPr>
            <p:cNvPr id="374" name="Freeform: Shape 373">
              <a:extLst>
                <a:ext uri="{FF2B5EF4-FFF2-40B4-BE49-F238E27FC236}">
                  <a16:creationId xmlns:a16="http://schemas.microsoft.com/office/drawing/2014/main" id="{C5A741B9-65EC-4C5B-9FE0-4A18575771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377893"/>
              <a:ext cx="1861854" cy="277779"/>
            </a:xfrm>
            <a:custGeom>
              <a:avLst/>
              <a:gdLst>
                <a:gd name="connsiteX0" fmla="*/ 180458 w 1861854"/>
                <a:gd name="connsiteY0" fmla="*/ 0 h 277779"/>
                <a:gd name="connsiteX1" fmla="*/ 419222 w 1861854"/>
                <a:gd name="connsiteY1" fmla="*/ 238761 h 277779"/>
                <a:gd name="connsiteX2" fmla="*/ 657984 w 1861854"/>
                <a:gd name="connsiteY2" fmla="*/ 0 h 277779"/>
                <a:gd name="connsiteX3" fmla="*/ 896745 w 1861854"/>
                <a:gd name="connsiteY3" fmla="*/ 238761 h 277779"/>
                <a:gd name="connsiteX4" fmla="*/ 1135754 w 1861854"/>
                <a:gd name="connsiteY4" fmla="*/ 0 h 277779"/>
                <a:gd name="connsiteX5" fmla="*/ 1374516 w 1861854"/>
                <a:gd name="connsiteY5" fmla="*/ 238761 h 277779"/>
                <a:gd name="connsiteX6" fmla="*/ 1613277 w 1861854"/>
                <a:gd name="connsiteY6" fmla="*/ 0 h 277779"/>
                <a:gd name="connsiteX7" fmla="*/ 1861854 w 1861854"/>
                <a:gd name="connsiteY7" fmla="*/ 248577 h 277779"/>
                <a:gd name="connsiteX8" fmla="*/ 1842470 w 1861854"/>
                <a:gd name="connsiteY8" fmla="*/ 267963 h 277779"/>
                <a:gd name="connsiteX9" fmla="*/ 1613277 w 1861854"/>
                <a:gd name="connsiteY9" fmla="*/ 39017 h 277779"/>
                <a:gd name="connsiteX10" fmla="*/ 1374516 w 1861854"/>
                <a:gd name="connsiteY10" fmla="*/ 277779 h 277779"/>
                <a:gd name="connsiteX11" fmla="*/ 1135754 w 1861854"/>
                <a:gd name="connsiteY11" fmla="*/ 39017 h 277779"/>
                <a:gd name="connsiteX12" fmla="*/ 896745 w 1861854"/>
                <a:gd name="connsiteY12" fmla="*/ 277779 h 277779"/>
                <a:gd name="connsiteX13" fmla="*/ 657984 w 1861854"/>
                <a:gd name="connsiteY13" fmla="*/ 39017 h 277779"/>
                <a:gd name="connsiteX14" fmla="*/ 419222 w 1861854"/>
                <a:gd name="connsiteY14" fmla="*/ 277779 h 277779"/>
                <a:gd name="connsiteX15" fmla="*/ 180458 w 1861854"/>
                <a:gd name="connsiteY15" fmla="*/ 39017 h 277779"/>
                <a:gd name="connsiteX16" fmla="*/ 0 w 1861854"/>
                <a:gd name="connsiteY16" fmla="*/ 219283 h 277779"/>
                <a:gd name="connsiteX17" fmla="*/ 0 w 1861854"/>
                <a:gd name="connsiteY17" fmla="*/ 180458 h 2777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861854" h="277779">
                  <a:moveTo>
                    <a:pt x="180458" y="0"/>
                  </a:moveTo>
                  <a:lnTo>
                    <a:pt x="419222" y="238761"/>
                  </a:lnTo>
                  <a:lnTo>
                    <a:pt x="657984" y="0"/>
                  </a:lnTo>
                  <a:lnTo>
                    <a:pt x="896745" y="238761"/>
                  </a:lnTo>
                  <a:lnTo>
                    <a:pt x="1135754" y="0"/>
                  </a:lnTo>
                  <a:lnTo>
                    <a:pt x="1374516" y="238761"/>
                  </a:lnTo>
                  <a:lnTo>
                    <a:pt x="1613277" y="0"/>
                  </a:lnTo>
                  <a:lnTo>
                    <a:pt x="1861854" y="248577"/>
                  </a:lnTo>
                  <a:lnTo>
                    <a:pt x="1842470" y="267963"/>
                  </a:lnTo>
                  <a:lnTo>
                    <a:pt x="1613277" y="39017"/>
                  </a:lnTo>
                  <a:lnTo>
                    <a:pt x="1374516" y="277779"/>
                  </a:lnTo>
                  <a:lnTo>
                    <a:pt x="1135754" y="39017"/>
                  </a:lnTo>
                  <a:lnTo>
                    <a:pt x="896745" y="277779"/>
                  </a:lnTo>
                  <a:lnTo>
                    <a:pt x="657984" y="39017"/>
                  </a:lnTo>
                  <a:lnTo>
                    <a:pt x="419222" y="277779"/>
                  </a:lnTo>
                  <a:lnTo>
                    <a:pt x="180458" y="39017"/>
                  </a:lnTo>
                  <a:lnTo>
                    <a:pt x="0" y="219283"/>
                  </a:lnTo>
                  <a:lnTo>
                    <a:pt x="0" y="18045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/>
            </a:p>
          </p:txBody>
        </p:sp>
        <p:sp>
          <p:nvSpPr>
            <p:cNvPr id="375" name="Freeform: Shape 374">
              <a:extLst>
                <a:ext uri="{FF2B5EF4-FFF2-40B4-BE49-F238E27FC236}">
                  <a16:creationId xmlns:a16="http://schemas.microsoft.com/office/drawing/2014/main" id="{C0BB4301-41FA-4453-956F-A11CC664B6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817628"/>
              <a:ext cx="1861854" cy="277779"/>
            </a:xfrm>
            <a:custGeom>
              <a:avLst/>
              <a:gdLst>
                <a:gd name="connsiteX0" fmla="*/ 180458 w 1861854"/>
                <a:gd name="connsiteY0" fmla="*/ 0 h 277779"/>
                <a:gd name="connsiteX1" fmla="*/ 419222 w 1861854"/>
                <a:gd name="connsiteY1" fmla="*/ 238761 h 277779"/>
                <a:gd name="connsiteX2" fmla="*/ 657984 w 1861854"/>
                <a:gd name="connsiteY2" fmla="*/ 0 h 277779"/>
                <a:gd name="connsiteX3" fmla="*/ 896745 w 1861854"/>
                <a:gd name="connsiteY3" fmla="*/ 238761 h 277779"/>
                <a:gd name="connsiteX4" fmla="*/ 1135754 w 1861854"/>
                <a:gd name="connsiteY4" fmla="*/ 0 h 277779"/>
                <a:gd name="connsiteX5" fmla="*/ 1374516 w 1861854"/>
                <a:gd name="connsiteY5" fmla="*/ 238761 h 277779"/>
                <a:gd name="connsiteX6" fmla="*/ 1613277 w 1861854"/>
                <a:gd name="connsiteY6" fmla="*/ 0 h 277779"/>
                <a:gd name="connsiteX7" fmla="*/ 1861854 w 1861854"/>
                <a:gd name="connsiteY7" fmla="*/ 248577 h 277779"/>
                <a:gd name="connsiteX8" fmla="*/ 1842470 w 1861854"/>
                <a:gd name="connsiteY8" fmla="*/ 268208 h 277779"/>
                <a:gd name="connsiteX9" fmla="*/ 1613277 w 1861854"/>
                <a:gd name="connsiteY9" fmla="*/ 39017 h 277779"/>
                <a:gd name="connsiteX10" fmla="*/ 1374516 w 1861854"/>
                <a:gd name="connsiteY10" fmla="*/ 277779 h 277779"/>
                <a:gd name="connsiteX11" fmla="*/ 1135754 w 1861854"/>
                <a:gd name="connsiteY11" fmla="*/ 39017 h 277779"/>
                <a:gd name="connsiteX12" fmla="*/ 896745 w 1861854"/>
                <a:gd name="connsiteY12" fmla="*/ 277779 h 277779"/>
                <a:gd name="connsiteX13" fmla="*/ 657984 w 1861854"/>
                <a:gd name="connsiteY13" fmla="*/ 39017 h 277779"/>
                <a:gd name="connsiteX14" fmla="*/ 419222 w 1861854"/>
                <a:gd name="connsiteY14" fmla="*/ 277779 h 277779"/>
                <a:gd name="connsiteX15" fmla="*/ 180458 w 1861854"/>
                <a:gd name="connsiteY15" fmla="*/ 39017 h 277779"/>
                <a:gd name="connsiteX16" fmla="*/ 0 w 1861854"/>
                <a:gd name="connsiteY16" fmla="*/ 219475 h 277779"/>
                <a:gd name="connsiteX17" fmla="*/ 0 w 1861854"/>
                <a:gd name="connsiteY17" fmla="*/ 180458 h 2777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861854" h="277779">
                  <a:moveTo>
                    <a:pt x="180458" y="0"/>
                  </a:moveTo>
                  <a:lnTo>
                    <a:pt x="419222" y="238761"/>
                  </a:lnTo>
                  <a:lnTo>
                    <a:pt x="657984" y="0"/>
                  </a:lnTo>
                  <a:lnTo>
                    <a:pt x="896745" y="238761"/>
                  </a:lnTo>
                  <a:lnTo>
                    <a:pt x="1135754" y="0"/>
                  </a:lnTo>
                  <a:lnTo>
                    <a:pt x="1374516" y="238761"/>
                  </a:lnTo>
                  <a:lnTo>
                    <a:pt x="1613277" y="0"/>
                  </a:lnTo>
                  <a:lnTo>
                    <a:pt x="1861854" y="248577"/>
                  </a:lnTo>
                  <a:lnTo>
                    <a:pt x="1842470" y="268208"/>
                  </a:lnTo>
                  <a:lnTo>
                    <a:pt x="1613277" y="39017"/>
                  </a:lnTo>
                  <a:lnTo>
                    <a:pt x="1374516" y="277779"/>
                  </a:lnTo>
                  <a:lnTo>
                    <a:pt x="1135754" y="39017"/>
                  </a:lnTo>
                  <a:lnTo>
                    <a:pt x="896745" y="277779"/>
                  </a:lnTo>
                  <a:lnTo>
                    <a:pt x="657984" y="39017"/>
                  </a:lnTo>
                  <a:lnTo>
                    <a:pt x="419222" y="277779"/>
                  </a:lnTo>
                  <a:lnTo>
                    <a:pt x="180458" y="39017"/>
                  </a:lnTo>
                  <a:lnTo>
                    <a:pt x="0" y="219475"/>
                  </a:lnTo>
                  <a:lnTo>
                    <a:pt x="0" y="18045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377" name="Graphic 212">
            <a:extLst>
              <a:ext uri="{FF2B5EF4-FFF2-40B4-BE49-F238E27FC236}">
                <a16:creationId xmlns:a16="http://schemas.microsoft.com/office/drawing/2014/main" id="{4C6598AB-1C17-4D54-951C-A082D94ACB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88524" y="457812"/>
            <a:ext cx="914565" cy="914565"/>
          </a:xfrm>
          <a:custGeom>
            <a:avLst/>
            <a:gdLst>
              <a:gd name="connsiteX0" fmla="*/ 403574 w 807148"/>
              <a:gd name="connsiteY0" fmla="*/ 0 h 807148"/>
              <a:gd name="connsiteX1" fmla="*/ 0 w 807148"/>
              <a:gd name="connsiteY1" fmla="*/ 403574 h 807148"/>
              <a:gd name="connsiteX2" fmla="*/ 403574 w 807148"/>
              <a:gd name="connsiteY2" fmla="*/ 807149 h 807148"/>
              <a:gd name="connsiteX3" fmla="*/ 807149 w 807148"/>
              <a:gd name="connsiteY3" fmla="*/ 403574 h 807148"/>
              <a:gd name="connsiteX4" fmla="*/ 403574 w 807148"/>
              <a:gd name="connsiteY4" fmla="*/ 0 h 807148"/>
              <a:gd name="connsiteX5" fmla="*/ 403574 w 807148"/>
              <a:gd name="connsiteY5" fmla="*/ 667988 h 807148"/>
              <a:gd name="connsiteX6" fmla="*/ 139160 w 807148"/>
              <a:gd name="connsiteY6" fmla="*/ 403574 h 807148"/>
              <a:gd name="connsiteX7" fmla="*/ 403574 w 807148"/>
              <a:gd name="connsiteY7" fmla="*/ 139160 h 807148"/>
              <a:gd name="connsiteX8" fmla="*/ 667988 w 807148"/>
              <a:gd name="connsiteY8" fmla="*/ 403574 h 807148"/>
              <a:gd name="connsiteX9" fmla="*/ 403574 w 807148"/>
              <a:gd name="connsiteY9" fmla="*/ 667988 h 8071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07148" h="807148">
                <a:moveTo>
                  <a:pt x="403574" y="0"/>
                </a:moveTo>
                <a:cubicBezTo>
                  <a:pt x="180689" y="0"/>
                  <a:pt x="0" y="180689"/>
                  <a:pt x="0" y="403574"/>
                </a:cubicBezTo>
                <a:cubicBezTo>
                  <a:pt x="0" y="626459"/>
                  <a:pt x="180689" y="807149"/>
                  <a:pt x="403574" y="807149"/>
                </a:cubicBezTo>
                <a:cubicBezTo>
                  <a:pt x="626459" y="807149"/>
                  <a:pt x="807149" y="626459"/>
                  <a:pt x="807149" y="403574"/>
                </a:cubicBezTo>
                <a:cubicBezTo>
                  <a:pt x="807149" y="180689"/>
                  <a:pt x="626459" y="0"/>
                  <a:pt x="403574" y="0"/>
                </a:cubicBezTo>
                <a:close/>
                <a:moveTo>
                  <a:pt x="403574" y="667988"/>
                </a:moveTo>
                <a:cubicBezTo>
                  <a:pt x="257556" y="667988"/>
                  <a:pt x="139160" y="549593"/>
                  <a:pt x="139160" y="403574"/>
                </a:cubicBezTo>
                <a:cubicBezTo>
                  <a:pt x="139160" y="257556"/>
                  <a:pt x="257556" y="139160"/>
                  <a:pt x="403574" y="139160"/>
                </a:cubicBezTo>
                <a:cubicBezTo>
                  <a:pt x="549593" y="139160"/>
                  <a:pt x="667988" y="257556"/>
                  <a:pt x="667988" y="403574"/>
                </a:cubicBezTo>
                <a:cubicBezTo>
                  <a:pt x="667988" y="549593"/>
                  <a:pt x="549593" y="667988"/>
                  <a:pt x="403574" y="667988"/>
                </a:cubicBezTo>
                <a:close/>
              </a:path>
            </a:pathLst>
          </a:custGeom>
          <a:solidFill>
            <a:srgbClr val="FFFFFF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lt1"/>
              </a:solidFill>
            </a:endParaRPr>
          </a:p>
        </p:txBody>
      </p:sp>
      <p:sp>
        <p:nvSpPr>
          <p:cNvPr id="379" name="Graphic 212">
            <a:extLst>
              <a:ext uri="{FF2B5EF4-FFF2-40B4-BE49-F238E27FC236}">
                <a16:creationId xmlns:a16="http://schemas.microsoft.com/office/drawing/2014/main" id="{C83B66D7-137D-4AC1-B172-53D60F08BE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88524" y="457812"/>
            <a:ext cx="914565" cy="914565"/>
          </a:xfrm>
          <a:custGeom>
            <a:avLst/>
            <a:gdLst>
              <a:gd name="connsiteX0" fmla="*/ 403574 w 807148"/>
              <a:gd name="connsiteY0" fmla="*/ 0 h 807148"/>
              <a:gd name="connsiteX1" fmla="*/ 0 w 807148"/>
              <a:gd name="connsiteY1" fmla="*/ 403574 h 807148"/>
              <a:gd name="connsiteX2" fmla="*/ 403574 w 807148"/>
              <a:gd name="connsiteY2" fmla="*/ 807149 h 807148"/>
              <a:gd name="connsiteX3" fmla="*/ 807149 w 807148"/>
              <a:gd name="connsiteY3" fmla="*/ 403574 h 807148"/>
              <a:gd name="connsiteX4" fmla="*/ 403574 w 807148"/>
              <a:gd name="connsiteY4" fmla="*/ 0 h 807148"/>
              <a:gd name="connsiteX5" fmla="*/ 403574 w 807148"/>
              <a:gd name="connsiteY5" fmla="*/ 667988 h 807148"/>
              <a:gd name="connsiteX6" fmla="*/ 139160 w 807148"/>
              <a:gd name="connsiteY6" fmla="*/ 403574 h 807148"/>
              <a:gd name="connsiteX7" fmla="*/ 403574 w 807148"/>
              <a:gd name="connsiteY7" fmla="*/ 139160 h 807148"/>
              <a:gd name="connsiteX8" fmla="*/ 667988 w 807148"/>
              <a:gd name="connsiteY8" fmla="*/ 403574 h 807148"/>
              <a:gd name="connsiteX9" fmla="*/ 403574 w 807148"/>
              <a:gd name="connsiteY9" fmla="*/ 667988 h 8071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07148" h="807148">
                <a:moveTo>
                  <a:pt x="403574" y="0"/>
                </a:moveTo>
                <a:cubicBezTo>
                  <a:pt x="180689" y="0"/>
                  <a:pt x="0" y="180689"/>
                  <a:pt x="0" y="403574"/>
                </a:cubicBezTo>
                <a:cubicBezTo>
                  <a:pt x="0" y="626459"/>
                  <a:pt x="180689" y="807149"/>
                  <a:pt x="403574" y="807149"/>
                </a:cubicBezTo>
                <a:cubicBezTo>
                  <a:pt x="626459" y="807149"/>
                  <a:pt x="807149" y="626459"/>
                  <a:pt x="807149" y="403574"/>
                </a:cubicBezTo>
                <a:cubicBezTo>
                  <a:pt x="807149" y="180689"/>
                  <a:pt x="626459" y="0"/>
                  <a:pt x="403574" y="0"/>
                </a:cubicBezTo>
                <a:close/>
                <a:moveTo>
                  <a:pt x="403574" y="667988"/>
                </a:moveTo>
                <a:cubicBezTo>
                  <a:pt x="257556" y="667988"/>
                  <a:pt x="139160" y="549593"/>
                  <a:pt x="139160" y="403574"/>
                </a:cubicBezTo>
                <a:cubicBezTo>
                  <a:pt x="139160" y="257556"/>
                  <a:pt x="257556" y="139160"/>
                  <a:pt x="403574" y="139160"/>
                </a:cubicBezTo>
                <a:cubicBezTo>
                  <a:pt x="549593" y="139160"/>
                  <a:pt x="667988" y="257556"/>
                  <a:pt x="667988" y="403574"/>
                </a:cubicBezTo>
                <a:cubicBezTo>
                  <a:pt x="667988" y="549593"/>
                  <a:pt x="549593" y="667988"/>
                  <a:pt x="403574" y="667988"/>
                </a:cubicBezTo>
                <a:close/>
              </a:path>
            </a:pathLst>
          </a:custGeom>
          <a:solidFill>
            <a:schemeClr val="accent2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lt1"/>
              </a:solidFill>
            </a:endParaRPr>
          </a:p>
        </p:txBody>
      </p:sp>
      <p:sp>
        <p:nvSpPr>
          <p:cNvPr id="381" name="Oval 380">
            <a:extLst>
              <a:ext uri="{FF2B5EF4-FFF2-40B4-BE49-F238E27FC236}">
                <a16:creationId xmlns:a16="http://schemas.microsoft.com/office/drawing/2014/main" id="{F6B92503-6984-4D15-8B98-8718709B78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2976" y="4946663"/>
            <a:ext cx="319941" cy="319941"/>
          </a:xfrm>
          <a:prstGeom prst="ellipse">
            <a:avLst/>
          </a:prstGeom>
          <a:solidFill>
            <a:srgbClr val="FFFFFF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383" name="Oval 382">
            <a:extLst>
              <a:ext uri="{FF2B5EF4-FFF2-40B4-BE49-F238E27FC236}">
                <a16:creationId xmlns:a16="http://schemas.microsoft.com/office/drawing/2014/main" id="{08DDF938-524E-4C18-A47D-C006278323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2976" y="4946663"/>
            <a:ext cx="319941" cy="319941"/>
          </a:xfrm>
          <a:prstGeom prst="ellipse">
            <a:avLst/>
          </a:prstGeom>
          <a:solidFill>
            <a:schemeClr val="accent2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3B3E55-F346-B18D-C374-C8942B771B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4868" y="1946786"/>
            <a:ext cx="5217173" cy="3535397"/>
          </a:xfrm>
        </p:spPr>
        <p:txBody>
          <a:bodyPr>
            <a:normAutofit/>
          </a:bodyPr>
          <a:lstStyle/>
          <a:p>
            <a:r>
              <a:rPr lang="en-IN">
                <a:solidFill>
                  <a:schemeClr val="bg1"/>
                </a:solidFill>
              </a:rPr>
              <a:t> Turn ON → LED blinks  
 Connect to WiFi  
 Browser opens automatically (or `182.217.28.1`)  
 Touch electrodes / attach chest lead  
 Live ECG on screen  </a:t>
            </a:r>
            <a:endParaRPr lang="en-US" dirty="0">
              <a:solidFill>
                <a:schemeClr val="bg1"/>
              </a:solidFill>
            </a:endParaRPr>
          </a:p>
        </p:txBody>
      </p:sp>
      <p:grpSp>
        <p:nvGrpSpPr>
          <p:cNvPr id="385" name="Graphic 185">
            <a:extLst>
              <a:ext uri="{FF2B5EF4-FFF2-40B4-BE49-F238E27FC236}">
                <a16:creationId xmlns:a16="http://schemas.microsoft.com/office/drawing/2014/main" id="{3773FAF5-C452-4455-9411-D6AF5EBD4C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812239" y="6139464"/>
            <a:ext cx="1054466" cy="469689"/>
            <a:chOff x="9841624" y="4115729"/>
            <a:chExt cx="602169" cy="268223"/>
          </a:xfrm>
          <a:solidFill>
            <a:schemeClr val="bg1"/>
          </a:solidFill>
        </p:grpSpPr>
        <p:sp>
          <p:nvSpPr>
            <p:cNvPr id="386" name="Freeform: Shape 385">
              <a:extLst>
                <a:ext uri="{FF2B5EF4-FFF2-40B4-BE49-F238E27FC236}">
                  <a16:creationId xmlns:a16="http://schemas.microsoft.com/office/drawing/2014/main" id="{1ECA0D96-F63C-4F7B-BE16-0F3FE76D7D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841624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87" name="Freeform: Shape 386">
              <a:extLst>
                <a:ext uri="{FF2B5EF4-FFF2-40B4-BE49-F238E27FC236}">
                  <a16:creationId xmlns:a16="http://schemas.microsoft.com/office/drawing/2014/main" id="{74F83A81-0546-400A-918A-90C9C48B81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941445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88" name="Freeform: Shape 387">
              <a:extLst>
                <a:ext uri="{FF2B5EF4-FFF2-40B4-BE49-F238E27FC236}">
                  <a16:creationId xmlns:a16="http://schemas.microsoft.com/office/drawing/2014/main" id="{9741F692-A5B6-4215-86D9-B1FD4FF26A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041267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89" name="Freeform: Shape 388">
              <a:extLst>
                <a:ext uri="{FF2B5EF4-FFF2-40B4-BE49-F238E27FC236}">
                  <a16:creationId xmlns:a16="http://schemas.microsoft.com/office/drawing/2014/main" id="{CC0876CB-9C60-4580-8FED-CD64EC7664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141090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90" name="Freeform: Shape 389">
              <a:extLst>
                <a:ext uri="{FF2B5EF4-FFF2-40B4-BE49-F238E27FC236}">
                  <a16:creationId xmlns:a16="http://schemas.microsoft.com/office/drawing/2014/main" id="{A879B3B7-48DB-4D3A-BB33-02766EAD3D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40911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pic>
        <p:nvPicPr>
          <p:cNvPr id="5" name="Picture 4" descr="A close-up of a street sign&#10;&#10;AI-generated content may be incorrect.">
            <a:extLst>
              <a:ext uri="{FF2B5EF4-FFF2-40B4-BE49-F238E27FC236}">
                <a16:creationId xmlns:a16="http://schemas.microsoft.com/office/drawing/2014/main" id="{5F0FE007-9D0E-2950-341B-EE24776A093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691021" y="3068936"/>
            <a:ext cx="2826067" cy="1888327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26688228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Rectangle 361">
            <a:extLst>
              <a:ext uri="{FF2B5EF4-FFF2-40B4-BE49-F238E27FC236}">
                <a16:creationId xmlns:a16="http://schemas.microsoft.com/office/drawing/2014/main" id="{5A0118C5-4F8D-4CF4-BADD-53FEACC6C4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63" name="Oval 362">
            <a:extLst>
              <a:ext uri="{FF2B5EF4-FFF2-40B4-BE49-F238E27FC236}">
                <a16:creationId xmlns:a16="http://schemas.microsoft.com/office/drawing/2014/main" id="{4E0A5C5C-2A95-428E-9F6A-0D29EBD57C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88395" y="1040837"/>
            <a:ext cx="4754948" cy="4754948"/>
          </a:xfrm>
          <a:prstGeom prst="ellipse">
            <a:avLst/>
          </a:prstGeom>
          <a:solidFill>
            <a:srgbClr val="FFFFFF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4" name="Oval 363">
            <a:extLst>
              <a:ext uri="{FF2B5EF4-FFF2-40B4-BE49-F238E27FC236}">
                <a16:creationId xmlns:a16="http://schemas.microsoft.com/office/drawing/2014/main" id="{1056F38F-7C4E-461D-8709-7D0024AE1F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9411" y="1029607"/>
            <a:ext cx="4754948" cy="4754948"/>
          </a:xfrm>
          <a:prstGeom prst="ellipse">
            <a:avLst/>
          </a:prstGeom>
          <a:solidFill>
            <a:schemeClr val="accent6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5" name="Oval 364">
            <a:extLst>
              <a:ext uri="{FF2B5EF4-FFF2-40B4-BE49-F238E27FC236}">
                <a16:creationId xmlns:a16="http://schemas.microsoft.com/office/drawing/2014/main" id="{C7278469-3C3C-49CE-AEEE-E176A4900B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39960" y="934855"/>
            <a:ext cx="4754948" cy="4754948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89F3386-A5B5-7DDD-9922-412CB1F79A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2368" y="3584268"/>
            <a:ext cx="4030132" cy="1682335"/>
          </a:xfrm>
        </p:spPr>
        <p:txBody>
          <a:bodyPr>
            <a:normAutofit/>
          </a:bodyPr>
          <a:lstStyle/>
          <a:p>
            <a:pPr algn="ctr"/>
            <a:r>
              <a:rPr lang="en-IN" dirty="0">
                <a:solidFill>
                  <a:schemeClr val="bg1"/>
                </a:solidFill>
              </a:rPr>
              <a:t>Tips for Best Signal</a:t>
            </a:r>
            <a:endParaRPr lang="en-US" dirty="0">
              <a:solidFill>
                <a:schemeClr val="bg1"/>
              </a:solidFill>
            </a:endParaRPr>
          </a:p>
        </p:txBody>
      </p:sp>
      <p:grpSp>
        <p:nvGrpSpPr>
          <p:cNvPr id="366" name="Group 365">
            <a:extLst>
              <a:ext uri="{FF2B5EF4-FFF2-40B4-BE49-F238E27FC236}">
                <a16:creationId xmlns:a16="http://schemas.microsoft.com/office/drawing/2014/main" id="{93DC754C-7E09-422D-A8BB-AF632E90DF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377893"/>
            <a:ext cx="1861854" cy="717514"/>
            <a:chOff x="0" y="377893"/>
            <a:chExt cx="1861854" cy="717514"/>
          </a:xfrm>
          <a:solidFill>
            <a:schemeClr val="bg1"/>
          </a:solidFill>
        </p:grpSpPr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C5A741B9-65EC-4C5B-9FE0-4A18575771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377893"/>
              <a:ext cx="1861854" cy="277779"/>
            </a:xfrm>
            <a:custGeom>
              <a:avLst/>
              <a:gdLst>
                <a:gd name="connsiteX0" fmla="*/ 180458 w 1861854"/>
                <a:gd name="connsiteY0" fmla="*/ 0 h 277779"/>
                <a:gd name="connsiteX1" fmla="*/ 419222 w 1861854"/>
                <a:gd name="connsiteY1" fmla="*/ 238761 h 277779"/>
                <a:gd name="connsiteX2" fmla="*/ 657984 w 1861854"/>
                <a:gd name="connsiteY2" fmla="*/ 0 h 277779"/>
                <a:gd name="connsiteX3" fmla="*/ 896745 w 1861854"/>
                <a:gd name="connsiteY3" fmla="*/ 238761 h 277779"/>
                <a:gd name="connsiteX4" fmla="*/ 1135754 w 1861854"/>
                <a:gd name="connsiteY4" fmla="*/ 0 h 277779"/>
                <a:gd name="connsiteX5" fmla="*/ 1374516 w 1861854"/>
                <a:gd name="connsiteY5" fmla="*/ 238761 h 277779"/>
                <a:gd name="connsiteX6" fmla="*/ 1613277 w 1861854"/>
                <a:gd name="connsiteY6" fmla="*/ 0 h 277779"/>
                <a:gd name="connsiteX7" fmla="*/ 1861854 w 1861854"/>
                <a:gd name="connsiteY7" fmla="*/ 248577 h 277779"/>
                <a:gd name="connsiteX8" fmla="*/ 1842470 w 1861854"/>
                <a:gd name="connsiteY8" fmla="*/ 267963 h 277779"/>
                <a:gd name="connsiteX9" fmla="*/ 1613277 w 1861854"/>
                <a:gd name="connsiteY9" fmla="*/ 39017 h 277779"/>
                <a:gd name="connsiteX10" fmla="*/ 1374516 w 1861854"/>
                <a:gd name="connsiteY10" fmla="*/ 277779 h 277779"/>
                <a:gd name="connsiteX11" fmla="*/ 1135754 w 1861854"/>
                <a:gd name="connsiteY11" fmla="*/ 39017 h 277779"/>
                <a:gd name="connsiteX12" fmla="*/ 896745 w 1861854"/>
                <a:gd name="connsiteY12" fmla="*/ 277779 h 277779"/>
                <a:gd name="connsiteX13" fmla="*/ 657984 w 1861854"/>
                <a:gd name="connsiteY13" fmla="*/ 39017 h 277779"/>
                <a:gd name="connsiteX14" fmla="*/ 419222 w 1861854"/>
                <a:gd name="connsiteY14" fmla="*/ 277779 h 277779"/>
                <a:gd name="connsiteX15" fmla="*/ 180458 w 1861854"/>
                <a:gd name="connsiteY15" fmla="*/ 39017 h 277779"/>
                <a:gd name="connsiteX16" fmla="*/ 0 w 1861854"/>
                <a:gd name="connsiteY16" fmla="*/ 219283 h 277779"/>
                <a:gd name="connsiteX17" fmla="*/ 0 w 1861854"/>
                <a:gd name="connsiteY17" fmla="*/ 180458 h 2777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861854" h="277779">
                  <a:moveTo>
                    <a:pt x="180458" y="0"/>
                  </a:moveTo>
                  <a:lnTo>
                    <a:pt x="419222" y="238761"/>
                  </a:lnTo>
                  <a:lnTo>
                    <a:pt x="657984" y="0"/>
                  </a:lnTo>
                  <a:lnTo>
                    <a:pt x="896745" y="238761"/>
                  </a:lnTo>
                  <a:lnTo>
                    <a:pt x="1135754" y="0"/>
                  </a:lnTo>
                  <a:lnTo>
                    <a:pt x="1374516" y="238761"/>
                  </a:lnTo>
                  <a:lnTo>
                    <a:pt x="1613277" y="0"/>
                  </a:lnTo>
                  <a:lnTo>
                    <a:pt x="1861854" y="248577"/>
                  </a:lnTo>
                  <a:lnTo>
                    <a:pt x="1842470" y="267963"/>
                  </a:lnTo>
                  <a:lnTo>
                    <a:pt x="1613277" y="39017"/>
                  </a:lnTo>
                  <a:lnTo>
                    <a:pt x="1374516" y="277779"/>
                  </a:lnTo>
                  <a:lnTo>
                    <a:pt x="1135754" y="39017"/>
                  </a:lnTo>
                  <a:lnTo>
                    <a:pt x="896745" y="277779"/>
                  </a:lnTo>
                  <a:lnTo>
                    <a:pt x="657984" y="39017"/>
                  </a:lnTo>
                  <a:lnTo>
                    <a:pt x="419222" y="277779"/>
                  </a:lnTo>
                  <a:lnTo>
                    <a:pt x="180458" y="39017"/>
                  </a:lnTo>
                  <a:lnTo>
                    <a:pt x="0" y="219283"/>
                  </a:lnTo>
                  <a:lnTo>
                    <a:pt x="0" y="18045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/>
            </a:p>
          </p:txBody>
        </p:sp>
        <p:sp>
          <p:nvSpPr>
            <p:cNvPr id="367" name="Freeform: Shape 366">
              <a:extLst>
                <a:ext uri="{FF2B5EF4-FFF2-40B4-BE49-F238E27FC236}">
                  <a16:creationId xmlns:a16="http://schemas.microsoft.com/office/drawing/2014/main" id="{C0BB4301-41FA-4453-956F-A11CC664B6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817628"/>
              <a:ext cx="1861854" cy="277779"/>
            </a:xfrm>
            <a:custGeom>
              <a:avLst/>
              <a:gdLst>
                <a:gd name="connsiteX0" fmla="*/ 180458 w 1861854"/>
                <a:gd name="connsiteY0" fmla="*/ 0 h 277779"/>
                <a:gd name="connsiteX1" fmla="*/ 419222 w 1861854"/>
                <a:gd name="connsiteY1" fmla="*/ 238761 h 277779"/>
                <a:gd name="connsiteX2" fmla="*/ 657984 w 1861854"/>
                <a:gd name="connsiteY2" fmla="*/ 0 h 277779"/>
                <a:gd name="connsiteX3" fmla="*/ 896745 w 1861854"/>
                <a:gd name="connsiteY3" fmla="*/ 238761 h 277779"/>
                <a:gd name="connsiteX4" fmla="*/ 1135754 w 1861854"/>
                <a:gd name="connsiteY4" fmla="*/ 0 h 277779"/>
                <a:gd name="connsiteX5" fmla="*/ 1374516 w 1861854"/>
                <a:gd name="connsiteY5" fmla="*/ 238761 h 277779"/>
                <a:gd name="connsiteX6" fmla="*/ 1613277 w 1861854"/>
                <a:gd name="connsiteY6" fmla="*/ 0 h 277779"/>
                <a:gd name="connsiteX7" fmla="*/ 1861854 w 1861854"/>
                <a:gd name="connsiteY7" fmla="*/ 248577 h 277779"/>
                <a:gd name="connsiteX8" fmla="*/ 1842470 w 1861854"/>
                <a:gd name="connsiteY8" fmla="*/ 268208 h 277779"/>
                <a:gd name="connsiteX9" fmla="*/ 1613277 w 1861854"/>
                <a:gd name="connsiteY9" fmla="*/ 39017 h 277779"/>
                <a:gd name="connsiteX10" fmla="*/ 1374516 w 1861854"/>
                <a:gd name="connsiteY10" fmla="*/ 277779 h 277779"/>
                <a:gd name="connsiteX11" fmla="*/ 1135754 w 1861854"/>
                <a:gd name="connsiteY11" fmla="*/ 39017 h 277779"/>
                <a:gd name="connsiteX12" fmla="*/ 896745 w 1861854"/>
                <a:gd name="connsiteY12" fmla="*/ 277779 h 277779"/>
                <a:gd name="connsiteX13" fmla="*/ 657984 w 1861854"/>
                <a:gd name="connsiteY13" fmla="*/ 39017 h 277779"/>
                <a:gd name="connsiteX14" fmla="*/ 419222 w 1861854"/>
                <a:gd name="connsiteY14" fmla="*/ 277779 h 277779"/>
                <a:gd name="connsiteX15" fmla="*/ 180458 w 1861854"/>
                <a:gd name="connsiteY15" fmla="*/ 39017 h 277779"/>
                <a:gd name="connsiteX16" fmla="*/ 0 w 1861854"/>
                <a:gd name="connsiteY16" fmla="*/ 219475 h 277779"/>
                <a:gd name="connsiteX17" fmla="*/ 0 w 1861854"/>
                <a:gd name="connsiteY17" fmla="*/ 180458 h 2777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861854" h="277779">
                  <a:moveTo>
                    <a:pt x="180458" y="0"/>
                  </a:moveTo>
                  <a:lnTo>
                    <a:pt x="419222" y="238761"/>
                  </a:lnTo>
                  <a:lnTo>
                    <a:pt x="657984" y="0"/>
                  </a:lnTo>
                  <a:lnTo>
                    <a:pt x="896745" y="238761"/>
                  </a:lnTo>
                  <a:lnTo>
                    <a:pt x="1135754" y="0"/>
                  </a:lnTo>
                  <a:lnTo>
                    <a:pt x="1374516" y="238761"/>
                  </a:lnTo>
                  <a:lnTo>
                    <a:pt x="1613277" y="0"/>
                  </a:lnTo>
                  <a:lnTo>
                    <a:pt x="1861854" y="248577"/>
                  </a:lnTo>
                  <a:lnTo>
                    <a:pt x="1842470" y="268208"/>
                  </a:lnTo>
                  <a:lnTo>
                    <a:pt x="1613277" y="39017"/>
                  </a:lnTo>
                  <a:lnTo>
                    <a:pt x="1374516" y="277779"/>
                  </a:lnTo>
                  <a:lnTo>
                    <a:pt x="1135754" y="39017"/>
                  </a:lnTo>
                  <a:lnTo>
                    <a:pt x="896745" y="277779"/>
                  </a:lnTo>
                  <a:lnTo>
                    <a:pt x="657984" y="39017"/>
                  </a:lnTo>
                  <a:lnTo>
                    <a:pt x="419222" y="277779"/>
                  </a:lnTo>
                  <a:lnTo>
                    <a:pt x="180458" y="39017"/>
                  </a:lnTo>
                  <a:lnTo>
                    <a:pt x="0" y="219475"/>
                  </a:lnTo>
                  <a:lnTo>
                    <a:pt x="0" y="18045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368" name="Graphic 212">
            <a:extLst>
              <a:ext uri="{FF2B5EF4-FFF2-40B4-BE49-F238E27FC236}">
                <a16:creationId xmlns:a16="http://schemas.microsoft.com/office/drawing/2014/main" id="{4C6598AB-1C17-4D54-951C-A082D94ACB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88524" y="457812"/>
            <a:ext cx="914565" cy="914565"/>
          </a:xfrm>
          <a:custGeom>
            <a:avLst/>
            <a:gdLst>
              <a:gd name="connsiteX0" fmla="*/ 403574 w 807148"/>
              <a:gd name="connsiteY0" fmla="*/ 0 h 807148"/>
              <a:gd name="connsiteX1" fmla="*/ 0 w 807148"/>
              <a:gd name="connsiteY1" fmla="*/ 403574 h 807148"/>
              <a:gd name="connsiteX2" fmla="*/ 403574 w 807148"/>
              <a:gd name="connsiteY2" fmla="*/ 807149 h 807148"/>
              <a:gd name="connsiteX3" fmla="*/ 807149 w 807148"/>
              <a:gd name="connsiteY3" fmla="*/ 403574 h 807148"/>
              <a:gd name="connsiteX4" fmla="*/ 403574 w 807148"/>
              <a:gd name="connsiteY4" fmla="*/ 0 h 807148"/>
              <a:gd name="connsiteX5" fmla="*/ 403574 w 807148"/>
              <a:gd name="connsiteY5" fmla="*/ 667988 h 807148"/>
              <a:gd name="connsiteX6" fmla="*/ 139160 w 807148"/>
              <a:gd name="connsiteY6" fmla="*/ 403574 h 807148"/>
              <a:gd name="connsiteX7" fmla="*/ 403574 w 807148"/>
              <a:gd name="connsiteY7" fmla="*/ 139160 h 807148"/>
              <a:gd name="connsiteX8" fmla="*/ 667988 w 807148"/>
              <a:gd name="connsiteY8" fmla="*/ 403574 h 807148"/>
              <a:gd name="connsiteX9" fmla="*/ 403574 w 807148"/>
              <a:gd name="connsiteY9" fmla="*/ 667988 h 8071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07148" h="807148">
                <a:moveTo>
                  <a:pt x="403574" y="0"/>
                </a:moveTo>
                <a:cubicBezTo>
                  <a:pt x="180689" y="0"/>
                  <a:pt x="0" y="180689"/>
                  <a:pt x="0" y="403574"/>
                </a:cubicBezTo>
                <a:cubicBezTo>
                  <a:pt x="0" y="626459"/>
                  <a:pt x="180689" y="807149"/>
                  <a:pt x="403574" y="807149"/>
                </a:cubicBezTo>
                <a:cubicBezTo>
                  <a:pt x="626459" y="807149"/>
                  <a:pt x="807149" y="626459"/>
                  <a:pt x="807149" y="403574"/>
                </a:cubicBezTo>
                <a:cubicBezTo>
                  <a:pt x="807149" y="180689"/>
                  <a:pt x="626459" y="0"/>
                  <a:pt x="403574" y="0"/>
                </a:cubicBezTo>
                <a:close/>
                <a:moveTo>
                  <a:pt x="403574" y="667988"/>
                </a:moveTo>
                <a:cubicBezTo>
                  <a:pt x="257556" y="667988"/>
                  <a:pt x="139160" y="549593"/>
                  <a:pt x="139160" y="403574"/>
                </a:cubicBezTo>
                <a:cubicBezTo>
                  <a:pt x="139160" y="257556"/>
                  <a:pt x="257556" y="139160"/>
                  <a:pt x="403574" y="139160"/>
                </a:cubicBezTo>
                <a:cubicBezTo>
                  <a:pt x="549593" y="139160"/>
                  <a:pt x="667988" y="257556"/>
                  <a:pt x="667988" y="403574"/>
                </a:cubicBezTo>
                <a:cubicBezTo>
                  <a:pt x="667988" y="549593"/>
                  <a:pt x="549593" y="667988"/>
                  <a:pt x="403574" y="667988"/>
                </a:cubicBezTo>
                <a:close/>
              </a:path>
            </a:pathLst>
          </a:custGeom>
          <a:solidFill>
            <a:srgbClr val="FFFFFF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lt1"/>
              </a:solidFill>
            </a:endParaRPr>
          </a:p>
        </p:txBody>
      </p:sp>
      <p:sp>
        <p:nvSpPr>
          <p:cNvPr id="369" name="Graphic 212">
            <a:extLst>
              <a:ext uri="{FF2B5EF4-FFF2-40B4-BE49-F238E27FC236}">
                <a16:creationId xmlns:a16="http://schemas.microsoft.com/office/drawing/2014/main" id="{C83B66D7-137D-4AC1-B172-53D60F08BE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88524" y="457812"/>
            <a:ext cx="914565" cy="914565"/>
          </a:xfrm>
          <a:custGeom>
            <a:avLst/>
            <a:gdLst>
              <a:gd name="connsiteX0" fmla="*/ 403574 w 807148"/>
              <a:gd name="connsiteY0" fmla="*/ 0 h 807148"/>
              <a:gd name="connsiteX1" fmla="*/ 0 w 807148"/>
              <a:gd name="connsiteY1" fmla="*/ 403574 h 807148"/>
              <a:gd name="connsiteX2" fmla="*/ 403574 w 807148"/>
              <a:gd name="connsiteY2" fmla="*/ 807149 h 807148"/>
              <a:gd name="connsiteX3" fmla="*/ 807149 w 807148"/>
              <a:gd name="connsiteY3" fmla="*/ 403574 h 807148"/>
              <a:gd name="connsiteX4" fmla="*/ 403574 w 807148"/>
              <a:gd name="connsiteY4" fmla="*/ 0 h 807148"/>
              <a:gd name="connsiteX5" fmla="*/ 403574 w 807148"/>
              <a:gd name="connsiteY5" fmla="*/ 667988 h 807148"/>
              <a:gd name="connsiteX6" fmla="*/ 139160 w 807148"/>
              <a:gd name="connsiteY6" fmla="*/ 403574 h 807148"/>
              <a:gd name="connsiteX7" fmla="*/ 403574 w 807148"/>
              <a:gd name="connsiteY7" fmla="*/ 139160 h 807148"/>
              <a:gd name="connsiteX8" fmla="*/ 667988 w 807148"/>
              <a:gd name="connsiteY8" fmla="*/ 403574 h 807148"/>
              <a:gd name="connsiteX9" fmla="*/ 403574 w 807148"/>
              <a:gd name="connsiteY9" fmla="*/ 667988 h 8071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07148" h="807148">
                <a:moveTo>
                  <a:pt x="403574" y="0"/>
                </a:moveTo>
                <a:cubicBezTo>
                  <a:pt x="180689" y="0"/>
                  <a:pt x="0" y="180689"/>
                  <a:pt x="0" y="403574"/>
                </a:cubicBezTo>
                <a:cubicBezTo>
                  <a:pt x="0" y="626459"/>
                  <a:pt x="180689" y="807149"/>
                  <a:pt x="403574" y="807149"/>
                </a:cubicBezTo>
                <a:cubicBezTo>
                  <a:pt x="626459" y="807149"/>
                  <a:pt x="807149" y="626459"/>
                  <a:pt x="807149" y="403574"/>
                </a:cubicBezTo>
                <a:cubicBezTo>
                  <a:pt x="807149" y="180689"/>
                  <a:pt x="626459" y="0"/>
                  <a:pt x="403574" y="0"/>
                </a:cubicBezTo>
                <a:close/>
                <a:moveTo>
                  <a:pt x="403574" y="667988"/>
                </a:moveTo>
                <a:cubicBezTo>
                  <a:pt x="257556" y="667988"/>
                  <a:pt x="139160" y="549593"/>
                  <a:pt x="139160" y="403574"/>
                </a:cubicBezTo>
                <a:cubicBezTo>
                  <a:pt x="139160" y="257556"/>
                  <a:pt x="257556" y="139160"/>
                  <a:pt x="403574" y="139160"/>
                </a:cubicBezTo>
                <a:cubicBezTo>
                  <a:pt x="549593" y="139160"/>
                  <a:pt x="667988" y="257556"/>
                  <a:pt x="667988" y="403574"/>
                </a:cubicBezTo>
                <a:cubicBezTo>
                  <a:pt x="667988" y="549593"/>
                  <a:pt x="549593" y="667988"/>
                  <a:pt x="403574" y="667988"/>
                </a:cubicBezTo>
                <a:close/>
              </a:path>
            </a:pathLst>
          </a:custGeom>
          <a:solidFill>
            <a:schemeClr val="accent2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lt1"/>
              </a:solidFill>
            </a:endParaRPr>
          </a:p>
        </p:txBody>
      </p:sp>
      <p:sp>
        <p:nvSpPr>
          <p:cNvPr id="370" name="Oval 369">
            <a:extLst>
              <a:ext uri="{FF2B5EF4-FFF2-40B4-BE49-F238E27FC236}">
                <a16:creationId xmlns:a16="http://schemas.microsoft.com/office/drawing/2014/main" id="{F6B92503-6984-4D15-8B98-8718709B78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2976" y="4946663"/>
            <a:ext cx="319941" cy="319941"/>
          </a:xfrm>
          <a:prstGeom prst="ellipse">
            <a:avLst/>
          </a:prstGeom>
          <a:solidFill>
            <a:srgbClr val="FFFFFF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371" name="Oval 370">
            <a:extLst>
              <a:ext uri="{FF2B5EF4-FFF2-40B4-BE49-F238E27FC236}">
                <a16:creationId xmlns:a16="http://schemas.microsoft.com/office/drawing/2014/main" id="{08DDF938-524E-4C18-A47D-C006278323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2976" y="4946663"/>
            <a:ext cx="319941" cy="319941"/>
          </a:xfrm>
          <a:prstGeom prst="ellipse">
            <a:avLst/>
          </a:prstGeom>
          <a:solidFill>
            <a:schemeClr val="accent2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51E06C-9656-2D60-FF5C-D500291D6B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4868" y="1877492"/>
            <a:ext cx="5217173" cy="3496068"/>
          </a:xfrm>
        </p:spPr>
        <p:txBody>
          <a:bodyPr>
            <a:normAutofit/>
          </a:bodyPr>
          <a:lstStyle/>
          <a:p>
            <a:r>
              <a:rPr lang="en-IN" sz="3600" dirty="0">
                <a:solidFill>
                  <a:schemeClr val="bg1"/>
                </a:solidFill>
              </a:rPr>
              <a:t> Use clean, dry fingers  
 Sit still during scan  
 Use chest electrode for cleaner baseline  
 Avoid phone lock while recording  </a:t>
            </a:r>
            <a:endParaRPr lang="en-US" sz="3600" dirty="0">
              <a:solidFill>
                <a:schemeClr val="bg1"/>
              </a:solidFill>
            </a:endParaRPr>
          </a:p>
        </p:txBody>
      </p:sp>
      <p:grpSp>
        <p:nvGrpSpPr>
          <p:cNvPr id="372" name="Graphic 185">
            <a:extLst>
              <a:ext uri="{FF2B5EF4-FFF2-40B4-BE49-F238E27FC236}">
                <a16:creationId xmlns:a16="http://schemas.microsoft.com/office/drawing/2014/main" id="{3773FAF5-C452-4455-9411-D6AF5EBD4C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812239" y="6139464"/>
            <a:ext cx="1054466" cy="469689"/>
            <a:chOff x="9841624" y="4115729"/>
            <a:chExt cx="602169" cy="268223"/>
          </a:xfrm>
          <a:solidFill>
            <a:schemeClr val="bg1"/>
          </a:solidFill>
        </p:grpSpPr>
        <p:sp>
          <p:nvSpPr>
            <p:cNvPr id="373" name="Freeform: Shape 372">
              <a:extLst>
                <a:ext uri="{FF2B5EF4-FFF2-40B4-BE49-F238E27FC236}">
                  <a16:creationId xmlns:a16="http://schemas.microsoft.com/office/drawing/2014/main" id="{1ECA0D96-F63C-4F7B-BE16-0F3FE76D7D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841624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74" name="Freeform: Shape 373">
              <a:extLst>
                <a:ext uri="{FF2B5EF4-FFF2-40B4-BE49-F238E27FC236}">
                  <a16:creationId xmlns:a16="http://schemas.microsoft.com/office/drawing/2014/main" id="{74F83A81-0546-400A-918A-90C9C48B81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941445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75" name="Freeform: Shape 374">
              <a:extLst>
                <a:ext uri="{FF2B5EF4-FFF2-40B4-BE49-F238E27FC236}">
                  <a16:creationId xmlns:a16="http://schemas.microsoft.com/office/drawing/2014/main" id="{9741F692-A5B6-4215-86D9-B1FD4FF26A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041267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76" name="Freeform: Shape 375">
              <a:extLst>
                <a:ext uri="{FF2B5EF4-FFF2-40B4-BE49-F238E27FC236}">
                  <a16:creationId xmlns:a16="http://schemas.microsoft.com/office/drawing/2014/main" id="{CC0876CB-9C60-4580-8FED-CD64EC7664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141090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77" name="Freeform: Shape 376">
              <a:extLst>
                <a:ext uri="{FF2B5EF4-FFF2-40B4-BE49-F238E27FC236}">
                  <a16:creationId xmlns:a16="http://schemas.microsoft.com/office/drawing/2014/main" id="{A879B3B7-48DB-4D3A-BB33-02766EAD3D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40911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E25E7A89-7D86-080A-F1ED-BC432E3E83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1371" y="1896796"/>
            <a:ext cx="2132125" cy="1640096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EAEAEA"/>
            </a:solidFill>
            <a:miter lim="800000"/>
          </a:ln>
          <a:effectLst>
            <a:reflection blurRad="12700" stA="33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</p:pic>
    </p:spTree>
    <p:extLst>
      <p:ext uri="{BB962C8B-B14F-4D97-AF65-F5344CB8AC3E}">
        <p14:creationId xmlns:p14="http://schemas.microsoft.com/office/powerpoint/2010/main" val="340691335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Rectangle 143">
            <a:extLst>
              <a:ext uri="{FF2B5EF4-FFF2-40B4-BE49-F238E27FC236}">
                <a16:creationId xmlns:a16="http://schemas.microsoft.com/office/drawing/2014/main" id="{51F77B6A-7F53-4B28-B73D-C8CC899AB2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6" name="Group 145">
            <a:extLst>
              <a:ext uri="{FF2B5EF4-FFF2-40B4-BE49-F238E27FC236}">
                <a16:creationId xmlns:a16="http://schemas.microsoft.com/office/drawing/2014/main" id="{2515629F-0D83-4A44-A125-CD50FC660A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508013" y="1361348"/>
            <a:ext cx="4833902" cy="4258176"/>
            <a:chOff x="1674895" y="1345036"/>
            <a:chExt cx="5428610" cy="4210939"/>
          </a:xfrm>
        </p:grpSpPr>
        <p:sp>
          <p:nvSpPr>
            <p:cNvPr id="147" name="Rectangle 146">
              <a:extLst>
                <a:ext uri="{FF2B5EF4-FFF2-40B4-BE49-F238E27FC236}">
                  <a16:creationId xmlns:a16="http://schemas.microsoft.com/office/drawing/2014/main" id="{81A5080B-EAC4-4530-815C-DE8DACA09D7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74895" y="1345036"/>
              <a:ext cx="5428610" cy="4210939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8" name="Rectangle 147">
              <a:extLst>
                <a:ext uri="{FF2B5EF4-FFF2-40B4-BE49-F238E27FC236}">
                  <a16:creationId xmlns:a16="http://schemas.microsoft.com/office/drawing/2014/main" id="{14667345-04B5-4757-9CE0-969DC1DE5E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74895" y="1345036"/>
              <a:ext cx="5428610" cy="4210939"/>
            </a:xfrm>
            <a:prstGeom prst="rect">
              <a:avLst/>
            </a:prstGeom>
            <a:solidFill>
              <a:schemeClr val="accent6">
                <a:alpha val="30000"/>
              </a:schemeClr>
            </a:solidFill>
            <a:ln w="285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150" name="Freeform: Shape 149">
            <a:extLst>
              <a:ext uri="{FF2B5EF4-FFF2-40B4-BE49-F238E27FC236}">
                <a16:creationId xmlns:a16="http://schemas.microsoft.com/office/drawing/2014/main" id="{F6E412EF-CF39-4C25-85B0-DB30B1B0A8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580033"/>
            <a:ext cx="1861854" cy="277779"/>
          </a:xfrm>
          <a:custGeom>
            <a:avLst/>
            <a:gdLst>
              <a:gd name="connsiteX0" fmla="*/ 180458 w 1861854"/>
              <a:gd name="connsiteY0" fmla="*/ 0 h 277779"/>
              <a:gd name="connsiteX1" fmla="*/ 419222 w 1861854"/>
              <a:gd name="connsiteY1" fmla="*/ 238761 h 277779"/>
              <a:gd name="connsiteX2" fmla="*/ 657984 w 1861854"/>
              <a:gd name="connsiteY2" fmla="*/ 0 h 277779"/>
              <a:gd name="connsiteX3" fmla="*/ 896745 w 1861854"/>
              <a:gd name="connsiteY3" fmla="*/ 238761 h 277779"/>
              <a:gd name="connsiteX4" fmla="*/ 1135754 w 1861854"/>
              <a:gd name="connsiteY4" fmla="*/ 0 h 277779"/>
              <a:gd name="connsiteX5" fmla="*/ 1374516 w 1861854"/>
              <a:gd name="connsiteY5" fmla="*/ 238761 h 277779"/>
              <a:gd name="connsiteX6" fmla="*/ 1613277 w 1861854"/>
              <a:gd name="connsiteY6" fmla="*/ 0 h 277779"/>
              <a:gd name="connsiteX7" fmla="*/ 1861854 w 1861854"/>
              <a:gd name="connsiteY7" fmla="*/ 248577 h 277779"/>
              <a:gd name="connsiteX8" fmla="*/ 1842470 w 1861854"/>
              <a:gd name="connsiteY8" fmla="*/ 267963 h 277779"/>
              <a:gd name="connsiteX9" fmla="*/ 1613277 w 1861854"/>
              <a:gd name="connsiteY9" fmla="*/ 39017 h 277779"/>
              <a:gd name="connsiteX10" fmla="*/ 1374516 w 1861854"/>
              <a:gd name="connsiteY10" fmla="*/ 277779 h 277779"/>
              <a:gd name="connsiteX11" fmla="*/ 1135754 w 1861854"/>
              <a:gd name="connsiteY11" fmla="*/ 39017 h 277779"/>
              <a:gd name="connsiteX12" fmla="*/ 896745 w 1861854"/>
              <a:gd name="connsiteY12" fmla="*/ 277779 h 277779"/>
              <a:gd name="connsiteX13" fmla="*/ 657984 w 1861854"/>
              <a:gd name="connsiteY13" fmla="*/ 39017 h 277779"/>
              <a:gd name="connsiteX14" fmla="*/ 419222 w 1861854"/>
              <a:gd name="connsiteY14" fmla="*/ 277779 h 277779"/>
              <a:gd name="connsiteX15" fmla="*/ 180458 w 1861854"/>
              <a:gd name="connsiteY15" fmla="*/ 39017 h 277779"/>
              <a:gd name="connsiteX16" fmla="*/ 0 w 1861854"/>
              <a:gd name="connsiteY16" fmla="*/ 219283 h 277779"/>
              <a:gd name="connsiteX17" fmla="*/ 0 w 1861854"/>
              <a:gd name="connsiteY17" fmla="*/ 180458 h 2777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1861854" h="277779">
                <a:moveTo>
                  <a:pt x="180458" y="0"/>
                </a:moveTo>
                <a:lnTo>
                  <a:pt x="419222" y="238761"/>
                </a:lnTo>
                <a:lnTo>
                  <a:pt x="657984" y="0"/>
                </a:lnTo>
                <a:lnTo>
                  <a:pt x="896745" y="238761"/>
                </a:lnTo>
                <a:lnTo>
                  <a:pt x="1135754" y="0"/>
                </a:lnTo>
                <a:lnTo>
                  <a:pt x="1374516" y="238761"/>
                </a:lnTo>
                <a:lnTo>
                  <a:pt x="1613277" y="0"/>
                </a:lnTo>
                <a:lnTo>
                  <a:pt x="1861854" y="248577"/>
                </a:lnTo>
                <a:lnTo>
                  <a:pt x="1842470" y="267963"/>
                </a:lnTo>
                <a:lnTo>
                  <a:pt x="1613277" y="39017"/>
                </a:lnTo>
                <a:lnTo>
                  <a:pt x="1374516" y="277779"/>
                </a:lnTo>
                <a:lnTo>
                  <a:pt x="1135754" y="39017"/>
                </a:lnTo>
                <a:lnTo>
                  <a:pt x="896745" y="277779"/>
                </a:lnTo>
                <a:lnTo>
                  <a:pt x="657984" y="39017"/>
                </a:lnTo>
                <a:lnTo>
                  <a:pt x="419222" y="277779"/>
                </a:lnTo>
                <a:lnTo>
                  <a:pt x="180458" y="39017"/>
                </a:lnTo>
                <a:lnTo>
                  <a:pt x="0" y="219283"/>
                </a:lnTo>
                <a:lnTo>
                  <a:pt x="0" y="180458"/>
                </a:ln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/>
          </a:p>
        </p:txBody>
      </p:sp>
      <p:sp>
        <p:nvSpPr>
          <p:cNvPr id="152" name="Freeform: Shape 151">
            <a:extLst>
              <a:ext uri="{FF2B5EF4-FFF2-40B4-BE49-F238E27FC236}">
                <a16:creationId xmlns:a16="http://schemas.microsoft.com/office/drawing/2014/main" id="{E8DA6235-17F2-4C9E-88C6-C5D38D8D3C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019768"/>
            <a:ext cx="1861854" cy="277779"/>
          </a:xfrm>
          <a:custGeom>
            <a:avLst/>
            <a:gdLst>
              <a:gd name="connsiteX0" fmla="*/ 180458 w 1861854"/>
              <a:gd name="connsiteY0" fmla="*/ 0 h 277779"/>
              <a:gd name="connsiteX1" fmla="*/ 419222 w 1861854"/>
              <a:gd name="connsiteY1" fmla="*/ 238761 h 277779"/>
              <a:gd name="connsiteX2" fmla="*/ 657984 w 1861854"/>
              <a:gd name="connsiteY2" fmla="*/ 0 h 277779"/>
              <a:gd name="connsiteX3" fmla="*/ 896745 w 1861854"/>
              <a:gd name="connsiteY3" fmla="*/ 238761 h 277779"/>
              <a:gd name="connsiteX4" fmla="*/ 1135754 w 1861854"/>
              <a:gd name="connsiteY4" fmla="*/ 0 h 277779"/>
              <a:gd name="connsiteX5" fmla="*/ 1374516 w 1861854"/>
              <a:gd name="connsiteY5" fmla="*/ 238761 h 277779"/>
              <a:gd name="connsiteX6" fmla="*/ 1613277 w 1861854"/>
              <a:gd name="connsiteY6" fmla="*/ 0 h 277779"/>
              <a:gd name="connsiteX7" fmla="*/ 1861854 w 1861854"/>
              <a:gd name="connsiteY7" fmla="*/ 248577 h 277779"/>
              <a:gd name="connsiteX8" fmla="*/ 1842470 w 1861854"/>
              <a:gd name="connsiteY8" fmla="*/ 268208 h 277779"/>
              <a:gd name="connsiteX9" fmla="*/ 1613277 w 1861854"/>
              <a:gd name="connsiteY9" fmla="*/ 39017 h 277779"/>
              <a:gd name="connsiteX10" fmla="*/ 1374516 w 1861854"/>
              <a:gd name="connsiteY10" fmla="*/ 277779 h 277779"/>
              <a:gd name="connsiteX11" fmla="*/ 1135754 w 1861854"/>
              <a:gd name="connsiteY11" fmla="*/ 39017 h 277779"/>
              <a:gd name="connsiteX12" fmla="*/ 896745 w 1861854"/>
              <a:gd name="connsiteY12" fmla="*/ 277779 h 277779"/>
              <a:gd name="connsiteX13" fmla="*/ 657984 w 1861854"/>
              <a:gd name="connsiteY13" fmla="*/ 39017 h 277779"/>
              <a:gd name="connsiteX14" fmla="*/ 419222 w 1861854"/>
              <a:gd name="connsiteY14" fmla="*/ 277779 h 277779"/>
              <a:gd name="connsiteX15" fmla="*/ 180458 w 1861854"/>
              <a:gd name="connsiteY15" fmla="*/ 39017 h 277779"/>
              <a:gd name="connsiteX16" fmla="*/ 0 w 1861854"/>
              <a:gd name="connsiteY16" fmla="*/ 219475 h 277779"/>
              <a:gd name="connsiteX17" fmla="*/ 0 w 1861854"/>
              <a:gd name="connsiteY17" fmla="*/ 180458 h 2777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1861854" h="277779">
                <a:moveTo>
                  <a:pt x="180458" y="0"/>
                </a:moveTo>
                <a:lnTo>
                  <a:pt x="419222" y="238761"/>
                </a:lnTo>
                <a:lnTo>
                  <a:pt x="657984" y="0"/>
                </a:lnTo>
                <a:lnTo>
                  <a:pt x="896745" y="238761"/>
                </a:lnTo>
                <a:lnTo>
                  <a:pt x="1135754" y="0"/>
                </a:lnTo>
                <a:lnTo>
                  <a:pt x="1374516" y="238761"/>
                </a:lnTo>
                <a:lnTo>
                  <a:pt x="1613277" y="0"/>
                </a:lnTo>
                <a:lnTo>
                  <a:pt x="1861854" y="248577"/>
                </a:lnTo>
                <a:lnTo>
                  <a:pt x="1842470" y="268208"/>
                </a:lnTo>
                <a:lnTo>
                  <a:pt x="1613277" y="39017"/>
                </a:lnTo>
                <a:lnTo>
                  <a:pt x="1374516" y="277779"/>
                </a:lnTo>
                <a:lnTo>
                  <a:pt x="1135754" y="39017"/>
                </a:lnTo>
                <a:lnTo>
                  <a:pt x="896745" y="277779"/>
                </a:lnTo>
                <a:lnTo>
                  <a:pt x="657984" y="39017"/>
                </a:lnTo>
                <a:lnTo>
                  <a:pt x="419222" y="277779"/>
                </a:lnTo>
                <a:lnTo>
                  <a:pt x="180458" y="39017"/>
                </a:lnTo>
                <a:lnTo>
                  <a:pt x="0" y="219475"/>
                </a:lnTo>
                <a:lnTo>
                  <a:pt x="0" y="180458"/>
                </a:ln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/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B55DEF71-1741-4489-8E77-46FC5BAA66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369494" y="1220741"/>
            <a:ext cx="4833901" cy="4258176"/>
          </a:xfrm>
          <a:prstGeom prst="rect">
            <a:avLst/>
          </a:prstGeom>
          <a:solidFill>
            <a:schemeClr val="tx1"/>
          </a:solidFill>
          <a:ln w="28575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82347B6D-A7CC-48EB-861F-917D0D61E3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369494" y="1220741"/>
            <a:ext cx="4833901" cy="4258176"/>
          </a:xfrm>
          <a:prstGeom prst="rect">
            <a:avLst/>
          </a:prstGeom>
          <a:noFill/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6DCCD54-EFE1-7810-F9F3-D8B9796D22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46636" y="2773080"/>
            <a:ext cx="3195278" cy="2622002"/>
          </a:xfrm>
        </p:spPr>
        <p:txBody>
          <a:bodyPr anchor="ctr">
            <a:normAutofit/>
          </a:bodyPr>
          <a:lstStyle/>
          <a:p>
            <a:r>
              <a:rPr lang="en-IN" sz="5400" dirty="0">
                <a:solidFill>
                  <a:schemeClr val="bg1"/>
                </a:solidFill>
              </a:rPr>
              <a:t>DEMO</a:t>
            </a:r>
            <a:endParaRPr lang="en-US" sz="5400" dirty="0">
              <a:solidFill>
                <a:schemeClr val="bg1"/>
              </a:solidFill>
            </a:endParaRPr>
          </a:p>
        </p:txBody>
      </p:sp>
      <p:sp>
        <p:nvSpPr>
          <p:cNvPr id="158" name="Graphic 212">
            <a:extLst>
              <a:ext uri="{FF2B5EF4-FFF2-40B4-BE49-F238E27FC236}">
                <a16:creationId xmlns:a16="http://schemas.microsoft.com/office/drawing/2014/main" id="{A753B935-E3DD-466D-BFAC-68E0BE02D0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211971" y="858936"/>
            <a:ext cx="693403" cy="693403"/>
          </a:xfrm>
          <a:custGeom>
            <a:avLst/>
            <a:gdLst>
              <a:gd name="connsiteX0" fmla="*/ 403574 w 807148"/>
              <a:gd name="connsiteY0" fmla="*/ 0 h 807148"/>
              <a:gd name="connsiteX1" fmla="*/ 0 w 807148"/>
              <a:gd name="connsiteY1" fmla="*/ 403574 h 807148"/>
              <a:gd name="connsiteX2" fmla="*/ 403574 w 807148"/>
              <a:gd name="connsiteY2" fmla="*/ 807149 h 807148"/>
              <a:gd name="connsiteX3" fmla="*/ 807149 w 807148"/>
              <a:gd name="connsiteY3" fmla="*/ 403574 h 807148"/>
              <a:gd name="connsiteX4" fmla="*/ 403574 w 807148"/>
              <a:gd name="connsiteY4" fmla="*/ 0 h 807148"/>
              <a:gd name="connsiteX5" fmla="*/ 403574 w 807148"/>
              <a:gd name="connsiteY5" fmla="*/ 667988 h 807148"/>
              <a:gd name="connsiteX6" fmla="*/ 139160 w 807148"/>
              <a:gd name="connsiteY6" fmla="*/ 403574 h 807148"/>
              <a:gd name="connsiteX7" fmla="*/ 403574 w 807148"/>
              <a:gd name="connsiteY7" fmla="*/ 139160 h 807148"/>
              <a:gd name="connsiteX8" fmla="*/ 667988 w 807148"/>
              <a:gd name="connsiteY8" fmla="*/ 403574 h 807148"/>
              <a:gd name="connsiteX9" fmla="*/ 403574 w 807148"/>
              <a:gd name="connsiteY9" fmla="*/ 667988 h 8071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07148" h="807148">
                <a:moveTo>
                  <a:pt x="403574" y="0"/>
                </a:moveTo>
                <a:cubicBezTo>
                  <a:pt x="180689" y="0"/>
                  <a:pt x="0" y="180689"/>
                  <a:pt x="0" y="403574"/>
                </a:cubicBezTo>
                <a:cubicBezTo>
                  <a:pt x="0" y="626459"/>
                  <a:pt x="180689" y="807149"/>
                  <a:pt x="403574" y="807149"/>
                </a:cubicBezTo>
                <a:cubicBezTo>
                  <a:pt x="626459" y="807149"/>
                  <a:pt x="807149" y="626459"/>
                  <a:pt x="807149" y="403574"/>
                </a:cubicBezTo>
                <a:cubicBezTo>
                  <a:pt x="807149" y="180689"/>
                  <a:pt x="626459" y="0"/>
                  <a:pt x="403574" y="0"/>
                </a:cubicBezTo>
                <a:close/>
                <a:moveTo>
                  <a:pt x="403574" y="667988"/>
                </a:moveTo>
                <a:cubicBezTo>
                  <a:pt x="257556" y="667988"/>
                  <a:pt x="139160" y="549593"/>
                  <a:pt x="139160" y="403574"/>
                </a:cubicBezTo>
                <a:cubicBezTo>
                  <a:pt x="139160" y="257556"/>
                  <a:pt x="257556" y="139160"/>
                  <a:pt x="403574" y="139160"/>
                </a:cubicBezTo>
                <a:cubicBezTo>
                  <a:pt x="549593" y="139160"/>
                  <a:pt x="667988" y="257556"/>
                  <a:pt x="667988" y="403574"/>
                </a:cubicBezTo>
                <a:cubicBezTo>
                  <a:pt x="667988" y="549593"/>
                  <a:pt x="549593" y="667988"/>
                  <a:pt x="403574" y="667988"/>
                </a:cubicBezTo>
                <a:close/>
              </a:path>
            </a:pathLst>
          </a:custGeom>
          <a:solidFill>
            <a:srgbClr val="88D5F0"/>
          </a:solidFill>
          <a:ln w="28575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lt1"/>
              </a:solidFill>
            </a:endParaRPr>
          </a:p>
        </p:txBody>
      </p:sp>
      <p:sp>
        <p:nvSpPr>
          <p:cNvPr id="160" name="Graphic 212">
            <a:extLst>
              <a:ext uri="{FF2B5EF4-FFF2-40B4-BE49-F238E27FC236}">
                <a16:creationId xmlns:a16="http://schemas.microsoft.com/office/drawing/2014/main" id="{FB034F26-4148-4B59-B493-14D7A9A8BA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211971" y="858936"/>
            <a:ext cx="693403" cy="693403"/>
          </a:xfrm>
          <a:custGeom>
            <a:avLst/>
            <a:gdLst>
              <a:gd name="connsiteX0" fmla="*/ 403574 w 807148"/>
              <a:gd name="connsiteY0" fmla="*/ 0 h 807148"/>
              <a:gd name="connsiteX1" fmla="*/ 0 w 807148"/>
              <a:gd name="connsiteY1" fmla="*/ 403574 h 807148"/>
              <a:gd name="connsiteX2" fmla="*/ 403574 w 807148"/>
              <a:gd name="connsiteY2" fmla="*/ 807149 h 807148"/>
              <a:gd name="connsiteX3" fmla="*/ 807149 w 807148"/>
              <a:gd name="connsiteY3" fmla="*/ 403574 h 807148"/>
              <a:gd name="connsiteX4" fmla="*/ 403574 w 807148"/>
              <a:gd name="connsiteY4" fmla="*/ 0 h 807148"/>
              <a:gd name="connsiteX5" fmla="*/ 403574 w 807148"/>
              <a:gd name="connsiteY5" fmla="*/ 667988 h 807148"/>
              <a:gd name="connsiteX6" fmla="*/ 139160 w 807148"/>
              <a:gd name="connsiteY6" fmla="*/ 403574 h 807148"/>
              <a:gd name="connsiteX7" fmla="*/ 403574 w 807148"/>
              <a:gd name="connsiteY7" fmla="*/ 139160 h 807148"/>
              <a:gd name="connsiteX8" fmla="*/ 667988 w 807148"/>
              <a:gd name="connsiteY8" fmla="*/ 403574 h 807148"/>
              <a:gd name="connsiteX9" fmla="*/ 403574 w 807148"/>
              <a:gd name="connsiteY9" fmla="*/ 667988 h 8071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07148" h="807148">
                <a:moveTo>
                  <a:pt x="403574" y="0"/>
                </a:moveTo>
                <a:cubicBezTo>
                  <a:pt x="180689" y="0"/>
                  <a:pt x="0" y="180689"/>
                  <a:pt x="0" y="403574"/>
                </a:cubicBezTo>
                <a:cubicBezTo>
                  <a:pt x="0" y="626459"/>
                  <a:pt x="180689" y="807149"/>
                  <a:pt x="403574" y="807149"/>
                </a:cubicBezTo>
                <a:cubicBezTo>
                  <a:pt x="626459" y="807149"/>
                  <a:pt x="807149" y="626459"/>
                  <a:pt x="807149" y="403574"/>
                </a:cubicBezTo>
                <a:cubicBezTo>
                  <a:pt x="807149" y="180689"/>
                  <a:pt x="626459" y="0"/>
                  <a:pt x="403574" y="0"/>
                </a:cubicBezTo>
                <a:close/>
                <a:moveTo>
                  <a:pt x="403574" y="667988"/>
                </a:moveTo>
                <a:cubicBezTo>
                  <a:pt x="257556" y="667988"/>
                  <a:pt x="139160" y="549593"/>
                  <a:pt x="139160" y="403574"/>
                </a:cubicBezTo>
                <a:cubicBezTo>
                  <a:pt x="139160" y="257556"/>
                  <a:pt x="257556" y="139160"/>
                  <a:pt x="403574" y="139160"/>
                </a:cubicBezTo>
                <a:cubicBezTo>
                  <a:pt x="549593" y="139160"/>
                  <a:pt x="667988" y="257556"/>
                  <a:pt x="667988" y="403574"/>
                </a:cubicBezTo>
                <a:cubicBezTo>
                  <a:pt x="667988" y="549593"/>
                  <a:pt x="549593" y="667988"/>
                  <a:pt x="403574" y="667988"/>
                </a:cubicBezTo>
                <a:close/>
              </a:path>
            </a:pathLst>
          </a:custGeom>
          <a:solidFill>
            <a:srgbClr val="88D5F0">
              <a:alpha val="30000"/>
            </a:srgb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lt1"/>
              </a:solidFill>
            </a:endParaRPr>
          </a:p>
        </p:txBody>
      </p:sp>
      <p:sp>
        <p:nvSpPr>
          <p:cNvPr id="162" name="Oval 161">
            <a:extLst>
              <a:ext uri="{FF2B5EF4-FFF2-40B4-BE49-F238E27FC236}">
                <a16:creationId xmlns:a16="http://schemas.microsoft.com/office/drawing/2014/main" id="{A7A0A46D-CC9B-4E32-870A-7BC2DF9401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77284" y="4357092"/>
            <a:ext cx="319941" cy="319941"/>
          </a:xfrm>
          <a:prstGeom prst="ellipse">
            <a:avLst/>
          </a:prstGeom>
          <a:solidFill>
            <a:srgbClr val="FFFFFF"/>
          </a:solidFill>
          <a:ln w="28575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64" name="Oval 163">
            <a:extLst>
              <a:ext uri="{FF2B5EF4-FFF2-40B4-BE49-F238E27FC236}">
                <a16:creationId xmlns:a16="http://schemas.microsoft.com/office/drawing/2014/main" id="{9178722E-1BD0-427E-BAAE-4F206DAB58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77284" y="4357092"/>
            <a:ext cx="319941" cy="319941"/>
          </a:xfrm>
          <a:prstGeom prst="ellipse">
            <a:avLst/>
          </a:prstGeom>
          <a:solidFill>
            <a:schemeClr val="accent6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/>
          </a:p>
        </p:txBody>
      </p:sp>
      <p:pic>
        <p:nvPicPr>
          <p:cNvPr id="5" name="1000298482.mp4">
            <a:hlinkClick r:id="" action="ppaction://media"/>
            <a:extLst>
              <a:ext uri="{FF2B5EF4-FFF2-40B4-BE49-F238E27FC236}">
                <a16:creationId xmlns:a16="http://schemas.microsoft.com/office/drawing/2014/main" id="{461A73ED-B5CD-51EF-11F1-494B709D7A3B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>
                  <p14:bmkLst>
                    <p14:bmk name="Bookmark 1" time="6883.54"/>
                    <p14:bmk name="Bookmark 2" time="13673.9429"/>
                    <p14:bmk name="Bookmark 3" time="23063.9328"/>
                    <p14:bmk name="Bookmark 4" time="36011.2241"/>
                    <p14:bmk name="Bookmark 5" time="60789.3388"/>
                    <p14:bmk name="Bookmark 6" time="81069.9854"/>
                    <p14:bmk name="Bookmark 7" time="91384.5079"/>
                    <p14:bmk name="Bookmark 8" time="116199.456"/>
                    <p14:bmk name="Bookmark 9" time="136922.7394"/>
                    <p14:bmk name="Bookmark 10" time="151199.48"/>
                  </p14:bmkLst>
                </p14:media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672495" y="858936"/>
            <a:ext cx="5023305" cy="5023305"/>
          </a:xfrm>
          <a:prstGeom prst="rect">
            <a:avLst/>
          </a:prstGeom>
          <a:ln>
            <a:noFill/>
          </a:ln>
          <a:effectLst>
            <a:outerShdw blurRad="127000" dist="190500" dir="8100000" algn="tr" rotWithShape="0">
              <a:srgbClr val="000000">
                <a:alpha val="40000"/>
              </a:srgbClr>
            </a:outerShdw>
          </a:effectLst>
          <a:scene3d>
            <a:camera prst="orthographicFront"/>
            <a:lightRig rig="flood" dir="t">
              <a:rot lat="0" lon="0" rev="8100000"/>
            </a:lightRig>
          </a:scene3d>
          <a:sp3d prstMaterial="plastic">
            <a:bevelT w="508000" h="50800" prst="cross"/>
            <a:contourClr>
              <a:srgbClr val="969696"/>
            </a:contourClr>
          </a:sp3d>
        </p:spPr>
      </p:pic>
      <p:grpSp>
        <p:nvGrpSpPr>
          <p:cNvPr id="166" name="Graphic 185">
            <a:extLst>
              <a:ext uri="{FF2B5EF4-FFF2-40B4-BE49-F238E27FC236}">
                <a16:creationId xmlns:a16="http://schemas.microsoft.com/office/drawing/2014/main" id="{5E6BB5FD-DB7B-4BE3-BA45-1EF042115E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428634" y="5987064"/>
            <a:ext cx="1054466" cy="469689"/>
            <a:chOff x="9841624" y="4115729"/>
            <a:chExt cx="602169" cy="268223"/>
          </a:xfrm>
          <a:solidFill>
            <a:schemeClr val="bg1"/>
          </a:solidFill>
        </p:grpSpPr>
        <p:sp>
          <p:nvSpPr>
            <p:cNvPr id="167" name="Freeform: Shape 166">
              <a:extLst>
                <a:ext uri="{FF2B5EF4-FFF2-40B4-BE49-F238E27FC236}">
                  <a16:creationId xmlns:a16="http://schemas.microsoft.com/office/drawing/2014/main" id="{9929FF76-4B3A-4294-BE6E-B507B22D1B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841624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8" name="Freeform: Shape 167">
              <a:extLst>
                <a:ext uri="{FF2B5EF4-FFF2-40B4-BE49-F238E27FC236}">
                  <a16:creationId xmlns:a16="http://schemas.microsoft.com/office/drawing/2014/main" id="{253C18A4-10CC-4E91-A8A2-D5368972A1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941445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9" name="Freeform: Shape 168">
              <a:extLst>
                <a:ext uri="{FF2B5EF4-FFF2-40B4-BE49-F238E27FC236}">
                  <a16:creationId xmlns:a16="http://schemas.microsoft.com/office/drawing/2014/main" id="{6356AC2F-73E0-44FD-B346-A209D274D3E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041267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0" name="Freeform: Shape 169">
              <a:extLst>
                <a:ext uri="{FF2B5EF4-FFF2-40B4-BE49-F238E27FC236}">
                  <a16:creationId xmlns:a16="http://schemas.microsoft.com/office/drawing/2014/main" id="{95A85581-9712-414C-82D4-2FE96ACB2A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141090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1" name="Freeform: Shape 170">
              <a:extLst>
                <a:ext uri="{FF2B5EF4-FFF2-40B4-BE49-F238E27FC236}">
                  <a16:creationId xmlns:a16="http://schemas.microsoft.com/office/drawing/2014/main" id="{1B0828F2-35E7-4424-8082-6C258B676E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40911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783782B6-2AFC-B69A-E42A-E421CE0971A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178963" y="1090162"/>
            <a:ext cx="3798458" cy="4304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00831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55367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 fullScrn="1">
              <p:cMediaNode>
                <p:cTn id="7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5A0118C5-4F8D-4CF4-BADD-53FEACC6C4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4E0A5C5C-2A95-428E-9F6A-0D29EBD57C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88395" y="1040837"/>
            <a:ext cx="4754948" cy="4754948"/>
          </a:xfrm>
          <a:prstGeom prst="ellipse">
            <a:avLst/>
          </a:prstGeom>
          <a:solidFill>
            <a:srgbClr val="FFFFFF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1056F38F-7C4E-461D-8709-7D0024AE1F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9411" y="1029607"/>
            <a:ext cx="4754948" cy="4754948"/>
          </a:xfrm>
          <a:prstGeom prst="ellipse">
            <a:avLst/>
          </a:prstGeom>
          <a:solidFill>
            <a:schemeClr val="accent6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C7278469-3C3C-49CE-AEEE-E176A4900B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39960" y="934855"/>
            <a:ext cx="4754948" cy="4754948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88EE383-1800-229E-B56B-E64EAE9926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2368" y="3330341"/>
            <a:ext cx="4030132" cy="1762524"/>
          </a:xfrm>
        </p:spPr>
        <p:txBody>
          <a:bodyPr>
            <a:normAutofit/>
          </a:bodyPr>
          <a:lstStyle/>
          <a:p>
            <a:pPr algn="ctr"/>
            <a:r>
              <a:rPr lang="en-IN" dirty="0">
                <a:solidFill>
                  <a:schemeClr val="bg1"/>
                </a:solidFill>
              </a:rPr>
              <a:t>Testing Outcomes</a:t>
            </a:r>
            <a:endParaRPr lang="en-US" dirty="0">
              <a:solidFill>
                <a:schemeClr val="bg1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93DC754C-7E09-422D-A8BB-AF632E90DF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377893"/>
            <a:ext cx="1861854" cy="717514"/>
            <a:chOff x="0" y="377893"/>
            <a:chExt cx="1861854" cy="717514"/>
          </a:xfrm>
          <a:solidFill>
            <a:schemeClr val="bg1"/>
          </a:solidFill>
        </p:grpSpPr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C5A741B9-65EC-4C5B-9FE0-4A18575771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377893"/>
              <a:ext cx="1861854" cy="277779"/>
            </a:xfrm>
            <a:custGeom>
              <a:avLst/>
              <a:gdLst>
                <a:gd name="connsiteX0" fmla="*/ 180458 w 1861854"/>
                <a:gd name="connsiteY0" fmla="*/ 0 h 277779"/>
                <a:gd name="connsiteX1" fmla="*/ 419222 w 1861854"/>
                <a:gd name="connsiteY1" fmla="*/ 238761 h 277779"/>
                <a:gd name="connsiteX2" fmla="*/ 657984 w 1861854"/>
                <a:gd name="connsiteY2" fmla="*/ 0 h 277779"/>
                <a:gd name="connsiteX3" fmla="*/ 896745 w 1861854"/>
                <a:gd name="connsiteY3" fmla="*/ 238761 h 277779"/>
                <a:gd name="connsiteX4" fmla="*/ 1135754 w 1861854"/>
                <a:gd name="connsiteY4" fmla="*/ 0 h 277779"/>
                <a:gd name="connsiteX5" fmla="*/ 1374516 w 1861854"/>
                <a:gd name="connsiteY5" fmla="*/ 238761 h 277779"/>
                <a:gd name="connsiteX6" fmla="*/ 1613277 w 1861854"/>
                <a:gd name="connsiteY6" fmla="*/ 0 h 277779"/>
                <a:gd name="connsiteX7" fmla="*/ 1861854 w 1861854"/>
                <a:gd name="connsiteY7" fmla="*/ 248577 h 277779"/>
                <a:gd name="connsiteX8" fmla="*/ 1842470 w 1861854"/>
                <a:gd name="connsiteY8" fmla="*/ 267963 h 277779"/>
                <a:gd name="connsiteX9" fmla="*/ 1613277 w 1861854"/>
                <a:gd name="connsiteY9" fmla="*/ 39017 h 277779"/>
                <a:gd name="connsiteX10" fmla="*/ 1374516 w 1861854"/>
                <a:gd name="connsiteY10" fmla="*/ 277779 h 277779"/>
                <a:gd name="connsiteX11" fmla="*/ 1135754 w 1861854"/>
                <a:gd name="connsiteY11" fmla="*/ 39017 h 277779"/>
                <a:gd name="connsiteX12" fmla="*/ 896745 w 1861854"/>
                <a:gd name="connsiteY12" fmla="*/ 277779 h 277779"/>
                <a:gd name="connsiteX13" fmla="*/ 657984 w 1861854"/>
                <a:gd name="connsiteY13" fmla="*/ 39017 h 277779"/>
                <a:gd name="connsiteX14" fmla="*/ 419222 w 1861854"/>
                <a:gd name="connsiteY14" fmla="*/ 277779 h 277779"/>
                <a:gd name="connsiteX15" fmla="*/ 180458 w 1861854"/>
                <a:gd name="connsiteY15" fmla="*/ 39017 h 277779"/>
                <a:gd name="connsiteX16" fmla="*/ 0 w 1861854"/>
                <a:gd name="connsiteY16" fmla="*/ 219283 h 277779"/>
                <a:gd name="connsiteX17" fmla="*/ 0 w 1861854"/>
                <a:gd name="connsiteY17" fmla="*/ 180458 h 2777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861854" h="277779">
                  <a:moveTo>
                    <a:pt x="180458" y="0"/>
                  </a:moveTo>
                  <a:lnTo>
                    <a:pt x="419222" y="238761"/>
                  </a:lnTo>
                  <a:lnTo>
                    <a:pt x="657984" y="0"/>
                  </a:lnTo>
                  <a:lnTo>
                    <a:pt x="896745" y="238761"/>
                  </a:lnTo>
                  <a:lnTo>
                    <a:pt x="1135754" y="0"/>
                  </a:lnTo>
                  <a:lnTo>
                    <a:pt x="1374516" y="238761"/>
                  </a:lnTo>
                  <a:lnTo>
                    <a:pt x="1613277" y="0"/>
                  </a:lnTo>
                  <a:lnTo>
                    <a:pt x="1861854" y="248577"/>
                  </a:lnTo>
                  <a:lnTo>
                    <a:pt x="1842470" y="267963"/>
                  </a:lnTo>
                  <a:lnTo>
                    <a:pt x="1613277" y="39017"/>
                  </a:lnTo>
                  <a:lnTo>
                    <a:pt x="1374516" y="277779"/>
                  </a:lnTo>
                  <a:lnTo>
                    <a:pt x="1135754" y="39017"/>
                  </a:lnTo>
                  <a:lnTo>
                    <a:pt x="896745" y="277779"/>
                  </a:lnTo>
                  <a:lnTo>
                    <a:pt x="657984" y="39017"/>
                  </a:lnTo>
                  <a:lnTo>
                    <a:pt x="419222" y="277779"/>
                  </a:lnTo>
                  <a:lnTo>
                    <a:pt x="180458" y="39017"/>
                  </a:lnTo>
                  <a:lnTo>
                    <a:pt x="0" y="219283"/>
                  </a:lnTo>
                  <a:lnTo>
                    <a:pt x="0" y="18045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C0BB4301-41FA-4453-956F-A11CC664B6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817628"/>
              <a:ext cx="1861854" cy="277779"/>
            </a:xfrm>
            <a:custGeom>
              <a:avLst/>
              <a:gdLst>
                <a:gd name="connsiteX0" fmla="*/ 180458 w 1861854"/>
                <a:gd name="connsiteY0" fmla="*/ 0 h 277779"/>
                <a:gd name="connsiteX1" fmla="*/ 419222 w 1861854"/>
                <a:gd name="connsiteY1" fmla="*/ 238761 h 277779"/>
                <a:gd name="connsiteX2" fmla="*/ 657984 w 1861854"/>
                <a:gd name="connsiteY2" fmla="*/ 0 h 277779"/>
                <a:gd name="connsiteX3" fmla="*/ 896745 w 1861854"/>
                <a:gd name="connsiteY3" fmla="*/ 238761 h 277779"/>
                <a:gd name="connsiteX4" fmla="*/ 1135754 w 1861854"/>
                <a:gd name="connsiteY4" fmla="*/ 0 h 277779"/>
                <a:gd name="connsiteX5" fmla="*/ 1374516 w 1861854"/>
                <a:gd name="connsiteY5" fmla="*/ 238761 h 277779"/>
                <a:gd name="connsiteX6" fmla="*/ 1613277 w 1861854"/>
                <a:gd name="connsiteY6" fmla="*/ 0 h 277779"/>
                <a:gd name="connsiteX7" fmla="*/ 1861854 w 1861854"/>
                <a:gd name="connsiteY7" fmla="*/ 248577 h 277779"/>
                <a:gd name="connsiteX8" fmla="*/ 1842470 w 1861854"/>
                <a:gd name="connsiteY8" fmla="*/ 268208 h 277779"/>
                <a:gd name="connsiteX9" fmla="*/ 1613277 w 1861854"/>
                <a:gd name="connsiteY9" fmla="*/ 39017 h 277779"/>
                <a:gd name="connsiteX10" fmla="*/ 1374516 w 1861854"/>
                <a:gd name="connsiteY10" fmla="*/ 277779 h 277779"/>
                <a:gd name="connsiteX11" fmla="*/ 1135754 w 1861854"/>
                <a:gd name="connsiteY11" fmla="*/ 39017 h 277779"/>
                <a:gd name="connsiteX12" fmla="*/ 896745 w 1861854"/>
                <a:gd name="connsiteY12" fmla="*/ 277779 h 277779"/>
                <a:gd name="connsiteX13" fmla="*/ 657984 w 1861854"/>
                <a:gd name="connsiteY13" fmla="*/ 39017 h 277779"/>
                <a:gd name="connsiteX14" fmla="*/ 419222 w 1861854"/>
                <a:gd name="connsiteY14" fmla="*/ 277779 h 277779"/>
                <a:gd name="connsiteX15" fmla="*/ 180458 w 1861854"/>
                <a:gd name="connsiteY15" fmla="*/ 39017 h 277779"/>
                <a:gd name="connsiteX16" fmla="*/ 0 w 1861854"/>
                <a:gd name="connsiteY16" fmla="*/ 219475 h 277779"/>
                <a:gd name="connsiteX17" fmla="*/ 0 w 1861854"/>
                <a:gd name="connsiteY17" fmla="*/ 180458 h 2777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861854" h="277779">
                  <a:moveTo>
                    <a:pt x="180458" y="0"/>
                  </a:moveTo>
                  <a:lnTo>
                    <a:pt x="419222" y="238761"/>
                  </a:lnTo>
                  <a:lnTo>
                    <a:pt x="657984" y="0"/>
                  </a:lnTo>
                  <a:lnTo>
                    <a:pt x="896745" y="238761"/>
                  </a:lnTo>
                  <a:lnTo>
                    <a:pt x="1135754" y="0"/>
                  </a:lnTo>
                  <a:lnTo>
                    <a:pt x="1374516" y="238761"/>
                  </a:lnTo>
                  <a:lnTo>
                    <a:pt x="1613277" y="0"/>
                  </a:lnTo>
                  <a:lnTo>
                    <a:pt x="1861854" y="248577"/>
                  </a:lnTo>
                  <a:lnTo>
                    <a:pt x="1842470" y="268208"/>
                  </a:lnTo>
                  <a:lnTo>
                    <a:pt x="1613277" y="39017"/>
                  </a:lnTo>
                  <a:lnTo>
                    <a:pt x="1374516" y="277779"/>
                  </a:lnTo>
                  <a:lnTo>
                    <a:pt x="1135754" y="39017"/>
                  </a:lnTo>
                  <a:lnTo>
                    <a:pt x="896745" y="277779"/>
                  </a:lnTo>
                  <a:lnTo>
                    <a:pt x="657984" y="39017"/>
                  </a:lnTo>
                  <a:lnTo>
                    <a:pt x="419222" y="277779"/>
                  </a:lnTo>
                  <a:lnTo>
                    <a:pt x="180458" y="39017"/>
                  </a:lnTo>
                  <a:lnTo>
                    <a:pt x="0" y="219475"/>
                  </a:lnTo>
                  <a:lnTo>
                    <a:pt x="0" y="18045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20" name="Graphic 212">
            <a:extLst>
              <a:ext uri="{FF2B5EF4-FFF2-40B4-BE49-F238E27FC236}">
                <a16:creationId xmlns:a16="http://schemas.microsoft.com/office/drawing/2014/main" id="{4C6598AB-1C17-4D54-951C-A082D94ACB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88524" y="457812"/>
            <a:ext cx="914565" cy="914565"/>
          </a:xfrm>
          <a:custGeom>
            <a:avLst/>
            <a:gdLst>
              <a:gd name="connsiteX0" fmla="*/ 403574 w 807148"/>
              <a:gd name="connsiteY0" fmla="*/ 0 h 807148"/>
              <a:gd name="connsiteX1" fmla="*/ 0 w 807148"/>
              <a:gd name="connsiteY1" fmla="*/ 403574 h 807148"/>
              <a:gd name="connsiteX2" fmla="*/ 403574 w 807148"/>
              <a:gd name="connsiteY2" fmla="*/ 807149 h 807148"/>
              <a:gd name="connsiteX3" fmla="*/ 807149 w 807148"/>
              <a:gd name="connsiteY3" fmla="*/ 403574 h 807148"/>
              <a:gd name="connsiteX4" fmla="*/ 403574 w 807148"/>
              <a:gd name="connsiteY4" fmla="*/ 0 h 807148"/>
              <a:gd name="connsiteX5" fmla="*/ 403574 w 807148"/>
              <a:gd name="connsiteY5" fmla="*/ 667988 h 807148"/>
              <a:gd name="connsiteX6" fmla="*/ 139160 w 807148"/>
              <a:gd name="connsiteY6" fmla="*/ 403574 h 807148"/>
              <a:gd name="connsiteX7" fmla="*/ 403574 w 807148"/>
              <a:gd name="connsiteY7" fmla="*/ 139160 h 807148"/>
              <a:gd name="connsiteX8" fmla="*/ 667988 w 807148"/>
              <a:gd name="connsiteY8" fmla="*/ 403574 h 807148"/>
              <a:gd name="connsiteX9" fmla="*/ 403574 w 807148"/>
              <a:gd name="connsiteY9" fmla="*/ 667988 h 8071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07148" h="807148">
                <a:moveTo>
                  <a:pt x="403574" y="0"/>
                </a:moveTo>
                <a:cubicBezTo>
                  <a:pt x="180689" y="0"/>
                  <a:pt x="0" y="180689"/>
                  <a:pt x="0" y="403574"/>
                </a:cubicBezTo>
                <a:cubicBezTo>
                  <a:pt x="0" y="626459"/>
                  <a:pt x="180689" y="807149"/>
                  <a:pt x="403574" y="807149"/>
                </a:cubicBezTo>
                <a:cubicBezTo>
                  <a:pt x="626459" y="807149"/>
                  <a:pt x="807149" y="626459"/>
                  <a:pt x="807149" y="403574"/>
                </a:cubicBezTo>
                <a:cubicBezTo>
                  <a:pt x="807149" y="180689"/>
                  <a:pt x="626459" y="0"/>
                  <a:pt x="403574" y="0"/>
                </a:cubicBezTo>
                <a:close/>
                <a:moveTo>
                  <a:pt x="403574" y="667988"/>
                </a:moveTo>
                <a:cubicBezTo>
                  <a:pt x="257556" y="667988"/>
                  <a:pt x="139160" y="549593"/>
                  <a:pt x="139160" y="403574"/>
                </a:cubicBezTo>
                <a:cubicBezTo>
                  <a:pt x="139160" y="257556"/>
                  <a:pt x="257556" y="139160"/>
                  <a:pt x="403574" y="139160"/>
                </a:cubicBezTo>
                <a:cubicBezTo>
                  <a:pt x="549593" y="139160"/>
                  <a:pt x="667988" y="257556"/>
                  <a:pt x="667988" y="403574"/>
                </a:cubicBezTo>
                <a:cubicBezTo>
                  <a:pt x="667988" y="549593"/>
                  <a:pt x="549593" y="667988"/>
                  <a:pt x="403574" y="667988"/>
                </a:cubicBezTo>
                <a:close/>
              </a:path>
            </a:pathLst>
          </a:custGeom>
          <a:solidFill>
            <a:srgbClr val="FFFFFF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lt1"/>
              </a:solidFill>
            </a:endParaRPr>
          </a:p>
        </p:txBody>
      </p:sp>
      <p:sp>
        <p:nvSpPr>
          <p:cNvPr id="22" name="Graphic 212">
            <a:extLst>
              <a:ext uri="{FF2B5EF4-FFF2-40B4-BE49-F238E27FC236}">
                <a16:creationId xmlns:a16="http://schemas.microsoft.com/office/drawing/2014/main" id="{C83B66D7-137D-4AC1-B172-53D60F08BE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88524" y="457812"/>
            <a:ext cx="914565" cy="914565"/>
          </a:xfrm>
          <a:custGeom>
            <a:avLst/>
            <a:gdLst>
              <a:gd name="connsiteX0" fmla="*/ 403574 w 807148"/>
              <a:gd name="connsiteY0" fmla="*/ 0 h 807148"/>
              <a:gd name="connsiteX1" fmla="*/ 0 w 807148"/>
              <a:gd name="connsiteY1" fmla="*/ 403574 h 807148"/>
              <a:gd name="connsiteX2" fmla="*/ 403574 w 807148"/>
              <a:gd name="connsiteY2" fmla="*/ 807149 h 807148"/>
              <a:gd name="connsiteX3" fmla="*/ 807149 w 807148"/>
              <a:gd name="connsiteY3" fmla="*/ 403574 h 807148"/>
              <a:gd name="connsiteX4" fmla="*/ 403574 w 807148"/>
              <a:gd name="connsiteY4" fmla="*/ 0 h 807148"/>
              <a:gd name="connsiteX5" fmla="*/ 403574 w 807148"/>
              <a:gd name="connsiteY5" fmla="*/ 667988 h 807148"/>
              <a:gd name="connsiteX6" fmla="*/ 139160 w 807148"/>
              <a:gd name="connsiteY6" fmla="*/ 403574 h 807148"/>
              <a:gd name="connsiteX7" fmla="*/ 403574 w 807148"/>
              <a:gd name="connsiteY7" fmla="*/ 139160 h 807148"/>
              <a:gd name="connsiteX8" fmla="*/ 667988 w 807148"/>
              <a:gd name="connsiteY8" fmla="*/ 403574 h 807148"/>
              <a:gd name="connsiteX9" fmla="*/ 403574 w 807148"/>
              <a:gd name="connsiteY9" fmla="*/ 667988 h 8071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07148" h="807148">
                <a:moveTo>
                  <a:pt x="403574" y="0"/>
                </a:moveTo>
                <a:cubicBezTo>
                  <a:pt x="180689" y="0"/>
                  <a:pt x="0" y="180689"/>
                  <a:pt x="0" y="403574"/>
                </a:cubicBezTo>
                <a:cubicBezTo>
                  <a:pt x="0" y="626459"/>
                  <a:pt x="180689" y="807149"/>
                  <a:pt x="403574" y="807149"/>
                </a:cubicBezTo>
                <a:cubicBezTo>
                  <a:pt x="626459" y="807149"/>
                  <a:pt x="807149" y="626459"/>
                  <a:pt x="807149" y="403574"/>
                </a:cubicBezTo>
                <a:cubicBezTo>
                  <a:pt x="807149" y="180689"/>
                  <a:pt x="626459" y="0"/>
                  <a:pt x="403574" y="0"/>
                </a:cubicBezTo>
                <a:close/>
                <a:moveTo>
                  <a:pt x="403574" y="667988"/>
                </a:moveTo>
                <a:cubicBezTo>
                  <a:pt x="257556" y="667988"/>
                  <a:pt x="139160" y="549593"/>
                  <a:pt x="139160" y="403574"/>
                </a:cubicBezTo>
                <a:cubicBezTo>
                  <a:pt x="139160" y="257556"/>
                  <a:pt x="257556" y="139160"/>
                  <a:pt x="403574" y="139160"/>
                </a:cubicBezTo>
                <a:cubicBezTo>
                  <a:pt x="549593" y="139160"/>
                  <a:pt x="667988" y="257556"/>
                  <a:pt x="667988" y="403574"/>
                </a:cubicBezTo>
                <a:cubicBezTo>
                  <a:pt x="667988" y="549593"/>
                  <a:pt x="549593" y="667988"/>
                  <a:pt x="403574" y="667988"/>
                </a:cubicBezTo>
                <a:close/>
              </a:path>
            </a:pathLst>
          </a:custGeom>
          <a:solidFill>
            <a:schemeClr val="accent2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lt1"/>
              </a:solidFill>
            </a:endParaRP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F6B92503-6984-4D15-8B98-8718709B78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2976" y="4946663"/>
            <a:ext cx="319941" cy="319941"/>
          </a:xfrm>
          <a:prstGeom prst="ellipse">
            <a:avLst/>
          </a:prstGeom>
          <a:solidFill>
            <a:srgbClr val="FFFFFF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08DDF938-524E-4C18-A47D-C006278323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2976" y="4946663"/>
            <a:ext cx="319941" cy="319941"/>
          </a:xfrm>
          <a:prstGeom prst="ellipse">
            <a:avLst/>
          </a:prstGeom>
          <a:solidFill>
            <a:schemeClr val="accent2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FAEB26-C263-F74A-D4A4-C4FC0A27A7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4868" y="1130846"/>
            <a:ext cx="5217173" cy="4351338"/>
          </a:xfrm>
        </p:spPr>
        <p:txBody>
          <a:bodyPr>
            <a:normAutofit/>
          </a:bodyPr>
          <a:lstStyle/>
          <a:p>
            <a:r>
              <a:rPr lang="en-IN" sz="2000" dirty="0">
                <a:solidFill>
                  <a:schemeClr val="bg1"/>
                </a:solidFill>
              </a:rPr>
              <a:t> 15 FPS waveform at 250Hz data 
 Stable QRS/R peaks  
 Cross-platform: Android, iOS, Windows  
 30+ min continuous use tested</a:t>
            </a:r>
          </a:p>
          <a:p>
            <a:r>
              <a:rPr lang="en-IN" sz="2000" dirty="0">
                <a:solidFill>
                  <a:schemeClr val="bg1"/>
                </a:solidFill>
              </a:rPr>
              <a:t> AI Integration working normally </a:t>
            </a:r>
          </a:p>
          <a:p>
            <a:r>
              <a:rPr lang="en-IN" sz="2000" dirty="0">
                <a:solidFill>
                  <a:schemeClr val="bg1"/>
                </a:solidFill>
              </a:rPr>
              <a:t> Algorithmic detection works fine but creates confusion on live update </a:t>
            </a:r>
          </a:p>
          <a:p>
            <a:r>
              <a:rPr lang="en-IN" sz="2000" dirty="0">
                <a:solidFill>
                  <a:schemeClr val="bg1"/>
                </a:solidFill>
              </a:rPr>
              <a:t>Captive portal and </a:t>
            </a:r>
            <a:r>
              <a:rPr lang="en-IN" sz="2000" dirty="0" err="1">
                <a:solidFill>
                  <a:schemeClr val="bg1"/>
                </a:solidFill>
              </a:rPr>
              <a:t>WiFi</a:t>
            </a:r>
            <a:r>
              <a:rPr lang="en-IN" sz="2000" dirty="0">
                <a:solidFill>
                  <a:schemeClr val="bg1"/>
                </a:solidFill>
              </a:rPr>
              <a:t> AP has some base system limitations </a:t>
            </a:r>
          </a:p>
          <a:p>
            <a:pPr lvl="1"/>
            <a:r>
              <a:rPr lang="en-IN" sz="2000" dirty="0">
                <a:solidFill>
                  <a:schemeClr val="bg1"/>
                </a:solidFill>
              </a:rPr>
              <a:t>Download not works in captive portal</a:t>
            </a:r>
          </a:p>
          <a:p>
            <a:pPr lvl="1"/>
            <a:r>
              <a:rPr lang="en-IN" sz="2000" dirty="0">
                <a:solidFill>
                  <a:schemeClr val="bg1"/>
                </a:solidFill>
              </a:rPr>
              <a:t>AP doesn’t allow internet from other network</a:t>
            </a:r>
            <a:endParaRPr lang="en-US" sz="2000" dirty="0">
              <a:solidFill>
                <a:schemeClr val="bg1"/>
              </a:solidFill>
            </a:endParaRPr>
          </a:p>
        </p:txBody>
      </p:sp>
      <p:grpSp>
        <p:nvGrpSpPr>
          <p:cNvPr id="28" name="Graphic 185">
            <a:extLst>
              <a:ext uri="{FF2B5EF4-FFF2-40B4-BE49-F238E27FC236}">
                <a16:creationId xmlns:a16="http://schemas.microsoft.com/office/drawing/2014/main" id="{3773FAF5-C452-4455-9411-D6AF5EBD4C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812239" y="6139464"/>
            <a:ext cx="1054466" cy="469689"/>
            <a:chOff x="9841624" y="4115729"/>
            <a:chExt cx="602169" cy="268223"/>
          </a:xfrm>
          <a:solidFill>
            <a:schemeClr val="bg1"/>
          </a:solidFill>
        </p:grpSpPr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1ECA0D96-F63C-4F7B-BE16-0F3FE76D7D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841624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74F83A81-0546-400A-918A-90C9C48B81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941445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9741F692-A5B6-4215-86D9-B1FD4FF26A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041267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CC0876CB-9C60-4580-8FED-CD64EC7664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141090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A879B3B7-48DB-4D3A-BB33-02766EAD3D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40911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4FD22289-D6AE-8AEA-E857-03FC9943EDA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190529" y="1168197"/>
            <a:ext cx="2006045" cy="2730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095650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5A0118C5-4F8D-4CF4-BADD-53FEACC6C4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4E0A5C5C-2A95-428E-9F6A-0D29EBD57C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88395" y="1040837"/>
            <a:ext cx="4754948" cy="4754948"/>
          </a:xfrm>
          <a:prstGeom prst="ellipse">
            <a:avLst/>
          </a:prstGeom>
          <a:solidFill>
            <a:srgbClr val="FFFFFF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1056F38F-7C4E-461D-8709-7D0024AE1F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9411" y="1029607"/>
            <a:ext cx="4754948" cy="4754948"/>
          </a:xfrm>
          <a:prstGeom prst="ellipse">
            <a:avLst/>
          </a:prstGeom>
          <a:solidFill>
            <a:schemeClr val="accent6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C7278469-3C3C-49CE-AEEE-E176A4900B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39960" y="934855"/>
            <a:ext cx="4754948" cy="4754948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2B271A5-568D-6FE4-0046-47234716BE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2368" y="1877493"/>
            <a:ext cx="4030132" cy="1642947"/>
          </a:xfrm>
        </p:spPr>
        <p:txBody>
          <a:bodyPr>
            <a:norm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Future </a:t>
            </a:r>
            <a:r>
              <a:rPr lang="en-IN" dirty="0">
                <a:solidFill>
                  <a:schemeClr val="bg1"/>
                </a:solidFill>
              </a:rPr>
              <a:t>Prospects</a:t>
            </a:r>
            <a:endParaRPr lang="en-US" dirty="0">
              <a:solidFill>
                <a:schemeClr val="bg1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93DC754C-7E09-422D-A8BB-AF632E90DF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377893"/>
            <a:ext cx="1861854" cy="717514"/>
            <a:chOff x="0" y="377893"/>
            <a:chExt cx="1861854" cy="717514"/>
          </a:xfrm>
          <a:solidFill>
            <a:schemeClr val="bg1"/>
          </a:solidFill>
        </p:grpSpPr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C5A741B9-65EC-4C5B-9FE0-4A18575771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377893"/>
              <a:ext cx="1861854" cy="277779"/>
            </a:xfrm>
            <a:custGeom>
              <a:avLst/>
              <a:gdLst>
                <a:gd name="connsiteX0" fmla="*/ 180458 w 1861854"/>
                <a:gd name="connsiteY0" fmla="*/ 0 h 277779"/>
                <a:gd name="connsiteX1" fmla="*/ 419222 w 1861854"/>
                <a:gd name="connsiteY1" fmla="*/ 238761 h 277779"/>
                <a:gd name="connsiteX2" fmla="*/ 657984 w 1861854"/>
                <a:gd name="connsiteY2" fmla="*/ 0 h 277779"/>
                <a:gd name="connsiteX3" fmla="*/ 896745 w 1861854"/>
                <a:gd name="connsiteY3" fmla="*/ 238761 h 277779"/>
                <a:gd name="connsiteX4" fmla="*/ 1135754 w 1861854"/>
                <a:gd name="connsiteY4" fmla="*/ 0 h 277779"/>
                <a:gd name="connsiteX5" fmla="*/ 1374516 w 1861854"/>
                <a:gd name="connsiteY5" fmla="*/ 238761 h 277779"/>
                <a:gd name="connsiteX6" fmla="*/ 1613277 w 1861854"/>
                <a:gd name="connsiteY6" fmla="*/ 0 h 277779"/>
                <a:gd name="connsiteX7" fmla="*/ 1861854 w 1861854"/>
                <a:gd name="connsiteY7" fmla="*/ 248577 h 277779"/>
                <a:gd name="connsiteX8" fmla="*/ 1842470 w 1861854"/>
                <a:gd name="connsiteY8" fmla="*/ 267963 h 277779"/>
                <a:gd name="connsiteX9" fmla="*/ 1613277 w 1861854"/>
                <a:gd name="connsiteY9" fmla="*/ 39017 h 277779"/>
                <a:gd name="connsiteX10" fmla="*/ 1374516 w 1861854"/>
                <a:gd name="connsiteY10" fmla="*/ 277779 h 277779"/>
                <a:gd name="connsiteX11" fmla="*/ 1135754 w 1861854"/>
                <a:gd name="connsiteY11" fmla="*/ 39017 h 277779"/>
                <a:gd name="connsiteX12" fmla="*/ 896745 w 1861854"/>
                <a:gd name="connsiteY12" fmla="*/ 277779 h 277779"/>
                <a:gd name="connsiteX13" fmla="*/ 657984 w 1861854"/>
                <a:gd name="connsiteY13" fmla="*/ 39017 h 277779"/>
                <a:gd name="connsiteX14" fmla="*/ 419222 w 1861854"/>
                <a:gd name="connsiteY14" fmla="*/ 277779 h 277779"/>
                <a:gd name="connsiteX15" fmla="*/ 180458 w 1861854"/>
                <a:gd name="connsiteY15" fmla="*/ 39017 h 277779"/>
                <a:gd name="connsiteX16" fmla="*/ 0 w 1861854"/>
                <a:gd name="connsiteY16" fmla="*/ 219283 h 277779"/>
                <a:gd name="connsiteX17" fmla="*/ 0 w 1861854"/>
                <a:gd name="connsiteY17" fmla="*/ 180458 h 2777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861854" h="277779">
                  <a:moveTo>
                    <a:pt x="180458" y="0"/>
                  </a:moveTo>
                  <a:lnTo>
                    <a:pt x="419222" y="238761"/>
                  </a:lnTo>
                  <a:lnTo>
                    <a:pt x="657984" y="0"/>
                  </a:lnTo>
                  <a:lnTo>
                    <a:pt x="896745" y="238761"/>
                  </a:lnTo>
                  <a:lnTo>
                    <a:pt x="1135754" y="0"/>
                  </a:lnTo>
                  <a:lnTo>
                    <a:pt x="1374516" y="238761"/>
                  </a:lnTo>
                  <a:lnTo>
                    <a:pt x="1613277" y="0"/>
                  </a:lnTo>
                  <a:lnTo>
                    <a:pt x="1861854" y="248577"/>
                  </a:lnTo>
                  <a:lnTo>
                    <a:pt x="1842470" y="267963"/>
                  </a:lnTo>
                  <a:lnTo>
                    <a:pt x="1613277" y="39017"/>
                  </a:lnTo>
                  <a:lnTo>
                    <a:pt x="1374516" y="277779"/>
                  </a:lnTo>
                  <a:lnTo>
                    <a:pt x="1135754" y="39017"/>
                  </a:lnTo>
                  <a:lnTo>
                    <a:pt x="896745" y="277779"/>
                  </a:lnTo>
                  <a:lnTo>
                    <a:pt x="657984" y="39017"/>
                  </a:lnTo>
                  <a:lnTo>
                    <a:pt x="419222" y="277779"/>
                  </a:lnTo>
                  <a:lnTo>
                    <a:pt x="180458" y="39017"/>
                  </a:lnTo>
                  <a:lnTo>
                    <a:pt x="0" y="219283"/>
                  </a:lnTo>
                  <a:lnTo>
                    <a:pt x="0" y="18045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C0BB4301-41FA-4453-956F-A11CC664B6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817628"/>
              <a:ext cx="1861854" cy="277779"/>
            </a:xfrm>
            <a:custGeom>
              <a:avLst/>
              <a:gdLst>
                <a:gd name="connsiteX0" fmla="*/ 180458 w 1861854"/>
                <a:gd name="connsiteY0" fmla="*/ 0 h 277779"/>
                <a:gd name="connsiteX1" fmla="*/ 419222 w 1861854"/>
                <a:gd name="connsiteY1" fmla="*/ 238761 h 277779"/>
                <a:gd name="connsiteX2" fmla="*/ 657984 w 1861854"/>
                <a:gd name="connsiteY2" fmla="*/ 0 h 277779"/>
                <a:gd name="connsiteX3" fmla="*/ 896745 w 1861854"/>
                <a:gd name="connsiteY3" fmla="*/ 238761 h 277779"/>
                <a:gd name="connsiteX4" fmla="*/ 1135754 w 1861854"/>
                <a:gd name="connsiteY4" fmla="*/ 0 h 277779"/>
                <a:gd name="connsiteX5" fmla="*/ 1374516 w 1861854"/>
                <a:gd name="connsiteY5" fmla="*/ 238761 h 277779"/>
                <a:gd name="connsiteX6" fmla="*/ 1613277 w 1861854"/>
                <a:gd name="connsiteY6" fmla="*/ 0 h 277779"/>
                <a:gd name="connsiteX7" fmla="*/ 1861854 w 1861854"/>
                <a:gd name="connsiteY7" fmla="*/ 248577 h 277779"/>
                <a:gd name="connsiteX8" fmla="*/ 1842470 w 1861854"/>
                <a:gd name="connsiteY8" fmla="*/ 268208 h 277779"/>
                <a:gd name="connsiteX9" fmla="*/ 1613277 w 1861854"/>
                <a:gd name="connsiteY9" fmla="*/ 39017 h 277779"/>
                <a:gd name="connsiteX10" fmla="*/ 1374516 w 1861854"/>
                <a:gd name="connsiteY10" fmla="*/ 277779 h 277779"/>
                <a:gd name="connsiteX11" fmla="*/ 1135754 w 1861854"/>
                <a:gd name="connsiteY11" fmla="*/ 39017 h 277779"/>
                <a:gd name="connsiteX12" fmla="*/ 896745 w 1861854"/>
                <a:gd name="connsiteY12" fmla="*/ 277779 h 277779"/>
                <a:gd name="connsiteX13" fmla="*/ 657984 w 1861854"/>
                <a:gd name="connsiteY13" fmla="*/ 39017 h 277779"/>
                <a:gd name="connsiteX14" fmla="*/ 419222 w 1861854"/>
                <a:gd name="connsiteY14" fmla="*/ 277779 h 277779"/>
                <a:gd name="connsiteX15" fmla="*/ 180458 w 1861854"/>
                <a:gd name="connsiteY15" fmla="*/ 39017 h 277779"/>
                <a:gd name="connsiteX16" fmla="*/ 0 w 1861854"/>
                <a:gd name="connsiteY16" fmla="*/ 219475 h 277779"/>
                <a:gd name="connsiteX17" fmla="*/ 0 w 1861854"/>
                <a:gd name="connsiteY17" fmla="*/ 180458 h 2777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861854" h="277779">
                  <a:moveTo>
                    <a:pt x="180458" y="0"/>
                  </a:moveTo>
                  <a:lnTo>
                    <a:pt x="419222" y="238761"/>
                  </a:lnTo>
                  <a:lnTo>
                    <a:pt x="657984" y="0"/>
                  </a:lnTo>
                  <a:lnTo>
                    <a:pt x="896745" y="238761"/>
                  </a:lnTo>
                  <a:lnTo>
                    <a:pt x="1135754" y="0"/>
                  </a:lnTo>
                  <a:lnTo>
                    <a:pt x="1374516" y="238761"/>
                  </a:lnTo>
                  <a:lnTo>
                    <a:pt x="1613277" y="0"/>
                  </a:lnTo>
                  <a:lnTo>
                    <a:pt x="1861854" y="248577"/>
                  </a:lnTo>
                  <a:lnTo>
                    <a:pt x="1842470" y="268208"/>
                  </a:lnTo>
                  <a:lnTo>
                    <a:pt x="1613277" y="39017"/>
                  </a:lnTo>
                  <a:lnTo>
                    <a:pt x="1374516" y="277779"/>
                  </a:lnTo>
                  <a:lnTo>
                    <a:pt x="1135754" y="39017"/>
                  </a:lnTo>
                  <a:lnTo>
                    <a:pt x="896745" y="277779"/>
                  </a:lnTo>
                  <a:lnTo>
                    <a:pt x="657984" y="39017"/>
                  </a:lnTo>
                  <a:lnTo>
                    <a:pt x="419222" y="277779"/>
                  </a:lnTo>
                  <a:lnTo>
                    <a:pt x="180458" y="39017"/>
                  </a:lnTo>
                  <a:lnTo>
                    <a:pt x="0" y="219475"/>
                  </a:lnTo>
                  <a:lnTo>
                    <a:pt x="0" y="18045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20" name="Graphic 212">
            <a:extLst>
              <a:ext uri="{FF2B5EF4-FFF2-40B4-BE49-F238E27FC236}">
                <a16:creationId xmlns:a16="http://schemas.microsoft.com/office/drawing/2014/main" id="{4C6598AB-1C17-4D54-951C-A082D94ACB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88524" y="457812"/>
            <a:ext cx="914565" cy="914565"/>
          </a:xfrm>
          <a:custGeom>
            <a:avLst/>
            <a:gdLst>
              <a:gd name="connsiteX0" fmla="*/ 403574 w 807148"/>
              <a:gd name="connsiteY0" fmla="*/ 0 h 807148"/>
              <a:gd name="connsiteX1" fmla="*/ 0 w 807148"/>
              <a:gd name="connsiteY1" fmla="*/ 403574 h 807148"/>
              <a:gd name="connsiteX2" fmla="*/ 403574 w 807148"/>
              <a:gd name="connsiteY2" fmla="*/ 807149 h 807148"/>
              <a:gd name="connsiteX3" fmla="*/ 807149 w 807148"/>
              <a:gd name="connsiteY3" fmla="*/ 403574 h 807148"/>
              <a:gd name="connsiteX4" fmla="*/ 403574 w 807148"/>
              <a:gd name="connsiteY4" fmla="*/ 0 h 807148"/>
              <a:gd name="connsiteX5" fmla="*/ 403574 w 807148"/>
              <a:gd name="connsiteY5" fmla="*/ 667988 h 807148"/>
              <a:gd name="connsiteX6" fmla="*/ 139160 w 807148"/>
              <a:gd name="connsiteY6" fmla="*/ 403574 h 807148"/>
              <a:gd name="connsiteX7" fmla="*/ 403574 w 807148"/>
              <a:gd name="connsiteY7" fmla="*/ 139160 h 807148"/>
              <a:gd name="connsiteX8" fmla="*/ 667988 w 807148"/>
              <a:gd name="connsiteY8" fmla="*/ 403574 h 807148"/>
              <a:gd name="connsiteX9" fmla="*/ 403574 w 807148"/>
              <a:gd name="connsiteY9" fmla="*/ 667988 h 8071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07148" h="807148">
                <a:moveTo>
                  <a:pt x="403574" y="0"/>
                </a:moveTo>
                <a:cubicBezTo>
                  <a:pt x="180689" y="0"/>
                  <a:pt x="0" y="180689"/>
                  <a:pt x="0" y="403574"/>
                </a:cubicBezTo>
                <a:cubicBezTo>
                  <a:pt x="0" y="626459"/>
                  <a:pt x="180689" y="807149"/>
                  <a:pt x="403574" y="807149"/>
                </a:cubicBezTo>
                <a:cubicBezTo>
                  <a:pt x="626459" y="807149"/>
                  <a:pt x="807149" y="626459"/>
                  <a:pt x="807149" y="403574"/>
                </a:cubicBezTo>
                <a:cubicBezTo>
                  <a:pt x="807149" y="180689"/>
                  <a:pt x="626459" y="0"/>
                  <a:pt x="403574" y="0"/>
                </a:cubicBezTo>
                <a:close/>
                <a:moveTo>
                  <a:pt x="403574" y="667988"/>
                </a:moveTo>
                <a:cubicBezTo>
                  <a:pt x="257556" y="667988"/>
                  <a:pt x="139160" y="549593"/>
                  <a:pt x="139160" y="403574"/>
                </a:cubicBezTo>
                <a:cubicBezTo>
                  <a:pt x="139160" y="257556"/>
                  <a:pt x="257556" y="139160"/>
                  <a:pt x="403574" y="139160"/>
                </a:cubicBezTo>
                <a:cubicBezTo>
                  <a:pt x="549593" y="139160"/>
                  <a:pt x="667988" y="257556"/>
                  <a:pt x="667988" y="403574"/>
                </a:cubicBezTo>
                <a:cubicBezTo>
                  <a:pt x="667988" y="549593"/>
                  <a:pt x="549593" y="667988"/>
                  <a:pt x="403574" y="667988"/>
                </a:cubicBezTo>
                <a:close/>
              </a:path>
            </a:pathLst>
          </a:custGeom>
          <a:solidFill>
            <a:srgbClr val="FFFFFF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lt1"/>
              </a:solidFill>
            </a:endParaRPr>
          </a:p>
        </p:txBody>
      </p:sp>
      <p:sp>
        <p:nvSpPr>
          <p:cNvPr id="22" name="Graphic 212">
            <a:extLst>
              <a:ext uri="{FF2B5EF4-FFF2-40B4-BE49-F238E27FC236}">
                <a16:creationId xmlns:a16="http://schemas.microsoft.com/office/drawing/2014/main" id="{C83B66D7-137D-4AC1-B172-53D60F08BE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88524" y="457812"/>
            <a:ext cx="914565" cy="914565"/>
          </a:xfrm>
          <a:custGeom>
            <a:avLst/>
            <a:gdLst>
              <a:gd name="connsiteX0" fmla="*/ 403574 w 807148"/>
              <a:gd name="connsiteY0" fmla="*/ 0 h 807148"/>
              <a:gd name="connsiteX1" fmla="*/ 0 w 807148"/>
              <a:gd name="connsiteY1" fmla="*/ 403574 h 807148"/>
              <a:gd name="connsiteX2" fmla="*/ 403574 w 807148"/>
              <a:gd name="connsiteY2" fmla="*/ 807149 h 807148"/>
              <a:gd name="connsiteX3" fmla="*/ 807149 w 807148"/>
              <a:gd name="connsiteY3" fmla="*/ 403574 h 807148"/>
              <a:gd name="connsiteX4" fmla="*/ 403574 w 807148"/>
              <a:gd name="connsiteY4" fmla="*/ 0 h 807148"/>
              <a:gd name="connsiteX5" fmla="*/ 403574 w 807148"/>
              <a:gd name="connsiteY5" fmla="*/ 667988 h 807148"/>
              <a:gd name="connsiteX6" fmla="*/ 139160 w 807148"/>
              <a:gd name="connsiteY6" fmla="*/ 403574 h 807148"/>
              <a:gd name="connsiteX7" fmla="*/ 403574 w 807148"/>
              <a:gd name="connsiteY7" fmla="*/ 139160 h 807148"/>
              <a:gd name="connsiteX8" fmla="*/ 667988 w 807148"/>
              <a:gd name="connsiteY8" fmla="*/ 403574 h 807148"/>
              <a:gd name="connsiteX9" fmla="*/ 403574 w 807148"/>
              <a:gd name="connsiteY9" fmla="*/ 667988 h 8071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07148" h="807148">
                <a:moveTo>
                  <a:pt x="403574" y="0"/>
                </a:moveTo>
                <a:cubicBezTo>
                  <a:pt x="180689" y="0"/>
                  <a:pt x="0" y="180689"/>
                  <a:pt x="0" y="403574"/>
                </a:cubicBezTo>
                <a:cubicBezTo>
                  <a:pt x="0" y="626459"/>
                  <a:pt x="180689" y="807149"/>
                  <a:pt x="403574" y="807149"/>
                </a:cubicBezTo>
                <a:cubicBezTo>
                  <a:pt x="626459" y="807149"/>
                  <a:pt x="807149" y="626459"/>
                  <a:pt x="807149" y="403574"/>
                </a:cubicBezTo>
                <a:cubicBezTo>
                  <a:pt x="807149" y="180689"/>
                  <a:pt x="626459" y="0"/>
                  <a:pt x="403574" y="0"/>
                </a:cubicBezTo>
                <a:close/>
                <a:moveTo>
                  <a:pt x="403574" y="667988"/>
                </a:moveTo>
                <a:cubicBezTo>
                  <a:pt x="257556" y="667988"/>
                  <a:pt x="139160" y="549593"/>
                  <a:pt x="139160" y="403574"/>
                </a:cubicBezTo>
                <a:cubicBezTo>
                  <a:pt x="139160" y="257556"/>
                  <a:pt x="257556" y="139160"/>
                  <a:pt x="403574" y="139160"/>
                </a:cubicBezTo>
                <a:cubicBezTo>
                  <a:pt x="549593" y="139160"/>
                  <a:pt x="667988" y="257556"/>
                  <a:pt x="667988" y="403574"/>
                </a:cubicBezTo>
                <a:cubicBezTo>
                  <a:pt x="667988" y="549593"/>
                  <a:pt x="549593" y="667988"/>
                  <a:pt x="403574" y="667988"/>
                </a:cubicBezTo>
                <a:close/>
              </a:path>
            </a:pathLst>
          </a:custGeom>
          <a:solidFill>
            <a:schemeClr val="accent2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lt1"/>
              </a:solidFill>
            </a:endParaRP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F6B92503-6984-4D15-8B98-8718709B78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2976" y="4946663"/>
            <a:ext cx="319941" cy="319941"/>
          </a:xfrm>
          <a:prstGeom prst="ellipse">
            <a:avLst/>
          </a:prstGeom>
          <a:solidFill>
            <a:srgbClr val="FFFFFF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08DDF938-524E-4C18-A47D-C006278323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2976" y="4946663"/>
            <a:ext cx="319941" cy="319941"/>
          </a:xfrm>
          <a:prstGeom prst="ellipse">
            <a:avLst/>
          </a:prstGeom>
          <a:solidFill>
            <a:schemeClr val="accent2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563A50-916B-DF09-FE8D-72FBDAC6B0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4868" y="1130846"/>
            <a:ext cx="5217173" cy="4351338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 Multi-lead (ESP32 + mux)  </a:t>
            </a:r>
            <a:endParaRPr lang="en-IN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 Bluetooth fallback mode  </a:t>
            </a:r>
            <a:endParaRPr lang="en-IN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TinyML</a:t>
            </a:r>
            <a:r>
              <a:rPr lang="en-US" dirty="0">
                <a:solidFill>
                  <a:schemeClr val="bg1"/>
                </a:solidFill>
              </a:rPr>
              <a:t> for offline AI  </a:t>
            </a:r>
            <a:endParaRPr lang="en-IN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 Remote cloud sync  </a:t>
            </a:r>
            <a:endParaRPr lang="en-IN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 IP-rated medical enclosure  </a:t>
            </a:r>
            <a:endParaRPr lang="en-IN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 Clinical validation</a:t>
            </a:r>
          </a:p>
        </p:txBody>
      </p:sp>
      <p:grpSp>
        <p:nvGrpSpPr>
          <p:cNvPr id="28" name="Graphic 185">
            <a:extLst>
              <a:ext uri="{FF2B5EF4-FFF2-40B4-BE49-F238E27FC236}">
                <a16:creationId xmlns:a16="http://schemas.microsoft.com/office/drawing/2014/main" id="{3773FAF5-C452-4455-9411-D6AF5EBD4C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812239" y="6139464"/>
            <a:ext cx="1054466" cy="469689"/>
            <a:chOff x="9841624" y="4115729"/>
            <a:chExt cx="602169" cy="268223"/>
          </a:xfrm>
          <a:solidFill>
            <a:schemeClr val="bg1"/>
          </a:solidFill>
        </p:grpSpPr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1ECA0D96-F63C-4F7B-BE16-0F3FE76D7D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841624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74F83A81-0546-400A-918A-90C9C48B81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941445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9741F692-A5B6-4215-86D9-B1FD4FF26A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041267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CC0876CB-9C60-4580-8FED-CD64EC7664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141090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A879B3B7-48DB-4D3A-BB33-02766EAD3D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40911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pic>
        <p:nvPicPr>
          <p:cNvPr id="5" name="Graphic 4">
            <a:extLst>
              <a:ext uri="{FF2B5EF4-FFF2-40B4-BE49-F238E27FC236}">
                <a16:creationId xmlns:a16="http://schemas.microsoft.com/office/drawing/2014/main" id="{B0777FB2-44F1-F50F-A0AD-CF37C61A600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/>
          <a:stretch/>
        </p:blipFill>
        <p:spPr>
          <a:xfrm>
            <a:off x="1953294" y="3520440"/>
            <a:ext cx="2464420" cy="1642947"/>
          </a:xfrm>
          <a:prstGeom prst="rect">
            <a:avLst/>
          </a:prstGeom>
          <a:ln>
            <a:noFill/>
          </a:ln>
          <a:effectLst>
            <a:reflection blurRad="12700" stA="30000" endPos="30000" dist="5000" dir="5400000" sy="-100000" algn="bl" rotWithShape="0"/>
          </a:effectLst>
          <a:scene3d>
            <a:camera prst="perspectiveContrastingLeftFacing">
              <a:rot lat="300000" lon="19800000" rev="0"/>
            </a:camera>
            <a:lightRig rig="threePt" dir="t">
              <a:rot lat="0" lon="0" rev="2700000"/>
            </a:lightRig>
          </a:scene3d>
          <a:sp3d>
            <a:bevelT w="63500" h="50800"/>
          </a:sp3d>
        </p:spPr>
      </p:pic>
    </p:spTree>
    <p:extLst>
      <p:ext uri="{BB962C8B-B14F-4D97-AF65-F5344CB8AC3E}">
        <p14:creationId xmlns:p14="http://schemas.microsoft.com/office/powerpoint/2010/main" val="171002581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8" name="Rectangle 37">
            <a:extLst>
              <a:ext uri="{FF2B5EF4-FFF2-40B4-BE49-F238E27FC236}">
                <a16:creationId xmlns:a16="http://schemas.microsoft.com/office/drawing/2014/main" id="{1CDD8E39-EA14-4679-9655-1BFF5A7B63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Two cartoon characters shaking hands with laptops&#10;&#10;AI-generated content may be incorrect.">
            <a:extLst>
              <a:ext uri="{FF2B5EF4-FFF2-40B4-BE49-F238E27FC236}">
                <a16:creationId xmlns:a16="http://schemas.microsoft.com/office/drawing/2014/main" id="{8F8702F4-921F-0D08-F3BD-A8B0C20D98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t="21053"/>
          <a:stretch>
            <a:fillRect/>
          </a:stretch>
        </p:blipFill>
        <p:spPr>
          <a:xfrm>
            <a:off x="20" y="10"/>
            <a:ext cx="12191980" cy="685799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11560655" y="6858000"/>
                </a:lnTo>
                <a:lnTo>
                  <a:pt x="11572884" y="6759738"/>
                </a:lnTo>
                <a:cubicBezTo>
                  <a:pt x="11663744" y="6693104"/>
                  <a:pt x="11749315" y="6619456"/>
                  <a:pt x="11812292" y="6532282"/>
                </a:cubicBezTo>
                <a:cubicBezTo>
                  <a:pt x="11851232" y="6478675"/>
                  <a:pt x="11886807" y="6425068"/>
                  <a:pt x="11956995" y="6386992"/>
                </a:cubicBezTo>
                <a:cubicBezTo>
                  <a:pt x="11918054" y="6334888"/>
                  <a:pt x="11851232" y="6322863"/>
                  <a:pt x="11801234" y="6284788"/>
                </a:cubicBezTo>
                <a:cubicBezTo>
                  <a:pt x="11797390" y="6253224"/>
                  <a:pt x="11876711" y="6262743"/>
                  <a:pt x="11856520" y="6193604"/>
                </a:cubicBezTo>
                <a:cubicBezTo>
                  <a:pt x="11829119" y="6101419"/>
                  <a:pt x="11858923" y="5996209"/>
                  <a:pt x="11722875" y="5956630"/>
                </a:cubicBezTo>
                <a:cubicBezTo>
                  <a:pt x="11686819" y="5866950"/>
                  <a:pt x="11676724" y="5723664"/>
                  <a:pt x="11763258" y="5635988"/>
                </a:cubicBezTo>
                <a:cubicBezTo>
                  <a:pt x="11892094" y="5505226"/>
                  <a:pt x="11871424" y="5422059"/>
                  <a:pt x="11706050" y="5351418"/>
                </a:cubicBezTo>
                <a:cubicBezTo>
                  <a:pt x="11684896" y="5342400"/>
                  <a:pt x="11707491" y="4786287"/>
                  <a:pt x="11697876" y="4763241"/>
                </a:cubicBezTo>
                <a:cubicBezTo>
                  <a:pt x="11713260" y="4731677"/>
                  <a:pt x="11749315" y="4739192"/>
                  <a:pt x="11776236" y="4730675"/>
                </a:cubicBezTo>
                <a:cubicBezTo>
                  <a:pt x="11894018" y="4694603"/>
                  <a:pt x="11897864" y="4694603"/>
                  <a:pt x="11868540" y="4584884"/>
                </a:cubicBezTo>
                <a:cubicBezTo>
                  <a:pt x="11859884" y="4551817"/>
                  <a:pt x="11880076" y="4538289"/>
                  <a:pt x="11898825" y="4517749"/>
                </a:cubicBezTo>
                <a:cubicBezTo>
                  <a:pt x="11969013" y="4441095"/>
                  <a:pt x="11969494" y="4440094"/>
                  <a:pt x="11897864" y="4375464"/>
                </a:cubicBezTo>
                <a:cubicBezTo>
                  <a:pt x="11877192" y="4356928"/>
                  <a:pt x="11863252" y="4336887"/>
                  <a:pt x="11854116" y="4311838"/>
                </a:cubicBezTo>
                <a:cubicBezTo>
                  <a:pt x="11837290" y="4266245"/>
                  <a:pt x="11837771" y="4228169"/>
                  <a:pt x="11901709" y="4203620"/>
                </a:cubicBezTo>
                <a:cubicBezTo>
                  <a:pt x="11946418" y="4186086"/>
                  <a:pt x="11971897" y="4166044"/>
                  <a:pt x="11974782" y="4114442"/>
                </a:cubicBezTo>
                <a:cubicBezTo>
                  <a:pt x="11976706" y="4071355"/>
                  <a:pt x="11981993" y="4043299"/>
                  <a:pt x="11932476" y="4024762"/>
                </a:cubicBezTo>
                <a:cubicBezTo>
                  <a:pt x="11892576" y="4009732"/>
                  <a:pt x="11881038" y="3977668"/>
                  <a:pt x="11885365" y="3939592"/>
                </a:cubicBezTo>
                <a:cubicBezTo>
                  <a:pt x="11895460" y="3846405"/>
                  <a:pt x="11841137" y="3791796"/>
                  <a:pt x="11751719" y="3749211"/>
                </a:cubicBezTo>
                <a:cubicBezTo>
                  <a:pt x="11666628" y="3708629"/>
                  <a:pt x="11592115" y="3654019"/>
                  <a:pt x="11513754" y="3604420"/>
                </a:cubicBezTo>
                <a:cubicBezTo>
                  <a:pt x="11426740" y="3549310"/>
                  <a:pt x="11325786" y="3516243"/>
                  <a:pt x="11220504" y="3488188"/>
                </a:cubicBezTo>
                <a:cubicBezTo>
                  <a:pt x="11239734" y="3448108"/>
                  <a:pt x="11306076" y="3470653"/>
                  <a:pt x="11312805" y="3414541"/>
                </a:cubicBezTo>
                <a:cubicBezTo>
                  <a:pt x="11148394" y="3366945"/>
                  <a:pt x="10991193" y="3295301"/>
                  <a:pt x="10805146" y="3277767"/>
                </a:cubicBezTo>
                <a:cubicBezTo>
                  <a:pt x="10955618" y="3286784"/>
                  <a:pt x="11092147" y="3222154"/>
                  <a:pt x="11234926" y="3203117"/>
                </a:cubicBezTo>
                <a:cubicBezTo>
                  <a:pt x="11248386" y="3171554"/>
                  <a:pt x="11217140" y="3179569"/>
                  <a:pt x="11204640" y="3174060"/>
                </a:cubicBezTo>
                <a:cubicBezTo>
                  <a:pt x="11192140" y="3168047"/>
                  <a:pt x="11176757" y="3166042"/>
                  <a:pt x="11174834" y="3143498"/>
                </a:cubicBezTo>
                <a:cubicBezTo>
                  <a:pt x="11243580" y="3110932"/>
                  <a:pt x="11329632" y="3132475"/>
                  <a:pt x="11400780" y="3099410"/>
                </a:cubicBezTo>
                <a:cubicBezTo>
                  <a:pt x="11384916" y="3051314"/>
                  <a:pt x="11323382" y="3080371"/>
                  <a:pt x="11297902" y="3041793"/>
                </a:cubicBezTo>
                <a:cubicBezTo>
                  <a:pt x="11364246" y="3034780"/>
                  <a:pt x="11425779" y="3031774"/>
                  <a:pt x="11485870" y="3021253"/>
                </a:cubicBezTo>
                <a:cubicBezTo>
                  <a:pt x="11532984" y="3013236"/>
                  <a:pt x="11545964" y="2972154"/>
                  <a:pt x="11513754" y="2944098"/>
                </a:cubicBezTo>
                <a:cubicBezTo>
                  <a:pt x="11484909" y="2919049"/>
                  <a:pt x="11442604" y="2917044"/>
                  <a:pt x="11405107" y="2906523"/>
                </a:cubicBezTo>
                <a:cubicBezTo>
                  <a:pt x="11137817" y="2833377"/>
                  <a:pt x="10857066" y="2809829"/>
                  <a:pt x="10572950" y="2803317"/>
                </a:cubicBezTo>
                <a:cubicBezTo>
                  <a:pt x="10117210" y="2792795"/>
                  <a:pt x="9660028" y="2793297"/>
                  <a:pt x="9205250" y="2778767"/>
                </a:cubicBezTo>
                <a:cubicBezTo>
                  <a:pt x="8996489" y="2772379"/>
                  <a:pt x="8788540" y="2761765"/>
                  <a:pt x="8579578" y="2759181"/>
                </a:cubicBezTo>
                <a:cubicBezTo>
                  <a:pt x="8509922" y="2758320"/>
                  <a:pt x="8440155" y="2758352"/>
                  <a:pt x="8370208" y="2759730"/>
                </a:cubicBezTo>
                <a:cubicBezTo>
                  <a:pt x="8070708" y="2765742"/>
                  <a:pt x="7771690" y="2764238"/>
                  <a:pt x="7470748" y="2819849"/>
                </a:cubicBezTo>
                <a:cubicBezTo>
                  <a:pt x="7316911" y="2848407"/>
                  <a:pt x="7156825" y="2838887"/>
                  <a:pt x="7001547" y="2861432"/>
                </a:cubicBezTo>
                <a:cubicBezTo>
                  <a:pt x="6765024" y="2896002"/>
                  <a:pt x="6528501" y="2936583"/>
                  <a:pt x="6295343" y="2988688"/>
                </a:cubicBezTo>
                <a:cubicBezTo>
                  <a:pt x="6222271" y="3005220"/>
                  <a:pt x="6131892" y="3015241"/>
                  <a:pt x="6075166" y="3078367"/>
                </a:cubicBezTo>
                <a:cubicBezTo>
                  <a:pt x="5985266" y="3038288"/>
                  <a:pt x="5929502" y="3113938"/>
                  <a:pt x="5859314" y="3139490"/>
                </a:cubicBezTo>
                <a:cubicBezTo>
                  <a:pt x="5831912" y="3149510"/>
                  <a:pt x="5795857" y="3163538"/>
                  <a:pt x="5800183" y="3195101"/>
                </a:cubicBezTo>
                <a:cubicBezTo>
                  <a:pt x="5804030" y="3234680"/>
                  <a:pt x="5844410" y="3260231"/>
                  <a:pt x="5882870" y="3252215"/>
                </a:cubicBezTo>
                <a:cubicBezTo>
                  <a:pt x="6002574" y="3227164"/>
                  <a:pt x="6109777" y="3283277"/>
                  <a:pt x="6232848" y="3274760"/>
                </a:cubicBezTo>
                <a:cubicBezTo>
                  <a:pt x="6125643" y="3298808"/>
                  <a:pt x="6018918" y="3323358"/>
                  <a:pt x="5911715" y="3347407"/>
                </a:cubicBezTo>
                <a:cubicBezTo>
                  <a:pt x="6070839" y="3366444"/>
                  <a:pt x="6227559" y="3332376"/>
                  <a:pt x="6384279" y="3312836"/>
                </a:cubicBezTo>
                <a:cubicBezTo>
                  <a:pt x="6434757" y="3306824"/>
                  <a:pt x="6513117" y="3260732"/>
                  <a:pt x="6526097" y="3325362"/>
                </a:cubicBezTo>
                <a:cubicBezTo>
                  <a:pt x="6534750" y="3368448"/>
                  <a:pt x="6450622" y="3371454"/>
                  <a:pt x="6403028" y="3383478"/>
                </a:cubicBezTo>
                <a:cubicBezTo>
                  <a:pt x="6192945" y="3435081"/>
                  <a:pt x="5979497" y="3465141"/>
                  <a:pt x="5767013" y="3500713"/>
                </a:cubicBezTo>
                <a:cubicBezTo>
                  <a:pt x="5746822" y="3504220"/>
                  <a:pt x="5720381" y="3501214"/>
                  <a:pt x="5706920" y="3511233"/>
                </a:cubicBezTo>
                <a:cubicBezTo>
                  <a:pt x="5598272" y="3591895"/>
                  <a:pt x="5460782" y="3618449"/>
                  <a:pt x="5310793" y="3677066"/>
                </a:cubicBezTo>
                <a:cubicBezTo>
                  <a:pt x="5405498" y="3704622"/>
                  <a:pt x="5469435" y="3648007"/>
                  <a:pt x="5548276" y="3660533"/>
                </a:cubicBezTo>
                <a:cubicBezTo>
                  <a:pt x="5467993" y="3721154"/>
                  <a:pt x="5374730" y="3732677"/>
                  <a:pt x="5293005" y="3765743"/>
                </a:cubicBezTo>
                <a:cubicBezTo>
                  <a:pt x="5234355" y="3789291"/>
                  <a:pt x="5016580" y="3862938"/>
                  <a:pt x="4983410" y="3883981"/>
                </a:cubicBezTo>
                <a:cubicBezTo>
                  <a:pt x="4883416" y="3949110"/>
                  <a:pt x="4756501" y="3979672"/>
                  <a:pt x="4674775" y="4068850"/>
                </a:cubicBezTo>
                <a:cubicBezTo>
                  <a:pt x="4617087" y="4131477"/>
                  <a:pt x="4520939" y="4119952"/>
                  <a:pt x="4453155" y="4163539"/>
                </a:cubicBezTo>
                <a:cubicBezTo>
                  <a:pt x="4429119" y="4204622"/>
                  <a:pt x="4475751" y="4215143"/>
                  <a:pt x="4492095" y="4237188"/>
                </a:cubicBezTo>
                <a:cubicBezTo>
                  <a:pt x="4513728" y="4266746"/>
                  <a:pt x="4475269" y="4283280"/>
                  <a:pt x="4464213" y="4318851"/>
                </a:cubicBezTo>
                <a:cubicBezTo>
                  <a:pt x="4591608" y="4278771"/>
                  <a:pt x="4713234" y="4255223"/>
                  <a:pt x="4857456" y="4241696"/>
                </a:cubicBezTo>
                <a:cubicBezTo>
                  <a:pt x="4809862" y="4299311"/>
                  <a:pt x="4752174" y="4274261"/>
                  <a:pt x="4713234" y="4295303"/>
                </a:cubicBezTo>
                <a:cubicBezTo>
                  <a:pt x="4687756" y="4308830"/>
                  <a:pt x="4648816" y="4314843"/>
                  <a:pt x="4656026" y="4348410"/>
                </a:cubicBezTo>
                <a:cubicBezTo>
                  <a:pt x="4661795" y="4374963"/>
                  <a:pt x="4694486" y="4371456"/>
                  <a:pt x="4718523" y="4368951"/>
                </a:cubicBezTo>
                <a:cubicBezTo>
                  <a:pt x="4810825" y="4359433"/>
                  <a:pt x="4900722" y="4356425"/>
                  <a:pt x="4989178" y="4420054"/>
                </a:cubicBezTo>
                <a:cubicBezTo>
                  <a:pt x="4764193" y="4512739"/>
                  <a:pt x="4505557" y="4473661"/>
                  <a:pt x="4304127" y="4609933"/>
                </a:cubicBezTo>
                <a:cubicBezTo>
                  <a:pt x="4332491" y="4652018"/>
                  <a:pt x="4372871" y="4629473"/>
                  <a:pt x="4402677" y="4624463"/>
                </a:cubicBezTo>
                <a:cubicBezTo>
                  <a:pt x="4598338" y="4590394"/>
                  <a:pt x="5297331" y="4651016"/>
                  <a:pt x="5398287" y="4608430"/>
                </a:cubicBezTo>
                <a:cubicBezTo>
                  <a:pt x="5460301" y="4582379"/>
                  <a:pt x="5525682" y="4569853"/>
                  <a:pt x="5592504" y="4585886"/>
                </a:cubicBezTo>
                <a:cubicBezTo>
                  <a:pt x="5656923" y="4601416"/>
                  <a:pt x="5640578" y="4819353"/>
                  <a:pt x="5411266" y="4964142"/>
                </a:cubicBezTo>
                <a:cubicBezTo>
                  <a:pt x="5378575" y="4984684"/>
                  <a:pt x="5524721" y="5014244"/>
                  <a:pt x="5480493" y="5031277"/>
                </a:cubicBezTo>
                <a:cubicBezTo>
                  <a:pt x="5445880" y="5044804"/>
                  <a:pt x="5276179" y="5037289"/>
                  <a:pt x="5233393" y="5047810"/>
                </a:cubicBezTo>
                <a:cubicBezTo>
                  <a:pt x="5216567" y="5052318"/>
                  <a:pt x="4701216" y="5221157"/>
                  <a:pt x="4750251" y="5256728"/>
                </a:cubicBezTo>
                <a:cubicBezTo>
                  <a:pt x="4896877" y="5363441"/>
                  <a:pt x="5388190" y="5558833"/>
                  <a:pt x="4508440" y="5624965"/>
                </a:cubicBezTo>
                <a:cubicBezTo>
                  <a:pt x="4536323" y="5663542"/>
                  <a:pt x="4613241" y="5638994"/>
                  <a:pt x="4602665" y="5706629"/>
                </a:cubicBezTo>
                <a:cubicBezTo>
                  <a:pt x="4485845" y="5743202"/>
                  <a:pt x="4350758" y="5741198"/>
                  <a:pt x="4215189" y="5797811"/>
                </a:cubicBezTo>
                <a:cubicBezTo>
                  <a:pt x="4276245" y="5838893"/>
                  <a:pt x="4346432" y="5813844"/>
                  <a:pt x="4407966" y="5826870"/>
                </a:cubicBezTo>
                <a:cubicBezTo>
                  <a:pt x="4373353" y="5878473"/>
                  <a:pt x="4313741" y="5870457"/>
                  <a:pt x="4265186" y="5881478"/>
                </a:cubicBezTo>
                <a:cubicBezTo>
                  <a:pt x="4220479" y="5892001"/>
                  <a:pt x="4125774" y="5981680"/>
                  <a:pt x="4145964" y="5977170"/>
                </a:cubicBezTo>
                <a:cubicBezTo>
                  <a:pt x="4332971" y="5937091"/>
                  <a:pt x="4522862" y="5948113"/>
                  <a:pt x="4710350" y="5909035"/>
                </a:cubicBezTo>
                <a:cubicBezTo>
                  <a:pt x="4772366" y="5896009"/>
                  <a:pt x="4842554" y="5870958"/>
                  <a:pt x="4870916" y="5949616"/>
                </a:cubicBezTo>
                <a:cubicBezTo>
                  <a:pt x="4879571" y="5972663"/>
                  <a:pt x="4873320" y="5980177"/>
                  <a:pt x="4960333" y="5949115"/>
                </a:cubicBezTo>
                <a:cubicBezTo>
                  <a:pt x="4994466" y="5937091"/>
                  <a:pt x="5039656" y="5924065"/>
                  <a:pt x="5073788" y="5953623"/>
                </a:cubicBezTo>
                <a:cubicBezTo>
                  <a:pt x="5052154" y="5990698"/>
                  <a:pt x="5010331" y="5979675"/>
                  <a:pt x="4979084" y="5990197"/>
                </a:cubicBezTo>
                <a:cubicBezTo>
                  <a:pt x="4896397" y="6017250"/>
                  <a:pt x="5180513" y="6120457"/>
                  <a:pt x="5100228" y="6151519"/>
                </a:cubicBezTo>
                <a:cubicBezTo>
                  <a:pt x="4935817" y="6215148"/>
                  <a:pt x="4832938" y="6196611"/>
                  <a:pt x="4666602" y="6266250"/>
                </a:cubicBezTo>
                <a:cubicBezTo>
                  <a:pt x="4723331" y="6264746"/>
                  <a:pt x="4706024" y="6288795"/>
                  <a:pt x="4762750" y="6288795"/>
                </a:cubicBezTo>
                <a:cubicBezTo>
                  <a:pt x="4788229" y="6288795"/>
                  <a:pt x="4815151" y="6294807"/>
                  <a:pt x="4815151" y="6322363"/>
                </a:cubicBezTo>
                <a:cubicBezTo>
                  <a:pt x="4815151" y="6348414"/>
                  <a:pt x="4516613" y="6491199"/>
                  <a:pt x="4558918" y="6504727"/>
                </a:cubicBezTo>
                <a:cubicBezTo>
                  <a:pt x="4674295" y="6541299"/>
                  <a:pt x="4970431" y="6429075"/>
                  <a:pt x="4899280" y="6480679"/>
                </a:cubicBezTo>
                <a:cubicBezTo>
                  <a:pt x="4791114" y="6559337"/>
                  <a:pt x="4774769" y="6574868"/>
                  <a:pt x="4692563" y="6586391"/>
                </a:cubicBezTo>
                <a:cubicBezTo>
                  <a:pt x="4621894" y="6596411"/>
                  <a:pt x="4373353" y="6816352"/>
                  <a:pt x="4303645" y="6834888"/>
                </a:cubicBezTo>
                <a:cubicBezTo>
                  <a:pt x="4288262" y="6838896"/>
                  <a:pt x="4291687" y="6845065"/>
                  <a:pt x="4307829" y="6852361"/>
                </a:cubicBezTo>
                <a:lnTo>
                  <a:pt x="4323786" y="6858000"/>
                </a:ln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99F2CD-38E9-5282-4706-6093A1F304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01709" y="3159720"/>
            <a:ext cx="5552090" cy="774106"/>
          </a:xfrm>
        </p:spPr>
        <p:txBody>
          <a:bodyPr anchor="b">
            <a:normAutofit/>
          </a:bodyPr>
          <a:lstStyle/>
          <a:p>
            <a:r>
              <a:rPr lang="en-IN" dirty="0"/>
              <a:t>Conclusion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0C1FF0-60D0-A03E-D8AA-9C8926A4A7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01709" y="4043364"/>
            <a:ext cx="5552089" cy="2176462"/>
          </a:xfrm>
        </p:spPr>
        <p:txBody>
          <a:bodyPr>
            <a:normAutofit/>
          </a:bodyPr>
          <a:lstStyle/>
          <a:p>
            <a:r>
              <a:rPr lang="en-IN" sz="2000" dirty="0"/>
              <a:t> Fully offline ECG Machine
 Clean signal from low-cost hardware  
 Works with any browser  
 Strong foundation for real deployment  
 Designed for healthcare inclusion  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87217625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4" name="Rectangle 43">
            <a:extLst>
              <a:ext uri="{FF2B5EF4-FFF2-40B4-BE49-F238E27FC236}">
                <a16:creationId xmlns:a16="http://schemas.microsoft.com/office/drawing/2014/main" id="{7FF47CB7-972F-479F-A36D-9E72D26EC8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0D153B68-5844-490D-8E67-F616D6D721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1766176" cy="2061837"/>
          </a:xfrm>
          <a:custGeom>
            <a:avLst/>
            <a:gdLst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18446 w 10768629"/>
              <a:gd name="connsiteY143" fmla="*/ 1726895 h 1978172"/>
              <a:gd name="connsiteX144" fmla="*/ 4813657 w 10768629"/>
              <a:gd name="connsiteY144" fmla="*/ 1730706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18446 w 10768629"/>
              <a:gd name="connsiteY143" fmla="*/ 1726895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40853 w 10768629"/>
              <a:gd name="connsiteY141" fmla="*/ 1657958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232341 w 10768629"/>
              <a:gd name="connsiteY179" fmla="*/ 1785942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232341 w 10768629"/>
              <a:gd name="connsiteY179" fmla="*/ 1785942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0257 w 10768629"/>
              <a:gd name="connsiteY182" fmla="*/ 1789615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84330 h 1978172"/>
              <a:gd name="connsiteX182" fmla="*/ 1120257 w 10768629"/>
              <a:gd name="connsiteY182" fmla="*/ 1789615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</a:cxnLst>
            <a:rect l="l" t="t" r="r" b="b"/>
            <a:pathLst>
              <a:path w="10768629" h="1978172">
                <a:moveTo>
                  <a:pt x="0" y="0"/>
                </a:moveTo>
                <a:lnTo>
                  <a:pt x="10768629" y="0"/>
                </a:lnTo>
                <a:lnTo>
                  <a:pt x="10733254" y="31439"/>
                </a:lnTo>
                <a:lnTo>
                  <a:pt x="10727085" y="37910"/>
                </a:lnTo>
                <a:cubicBezTo>
                  <a:pt x="10712973" y="56080"/>
                  <a:pt x="10699457" y="78430"/>
                  <a:pt x="10675953" y="68623"/>
                </a:cubicBezTo>
                <a:cubicBezTo>
                  <a:pt x="10685972" y="89202"/>
                  <a:pt x="10641629" y="69781"/>
                  <a:pt x="10637091" y="90361"/>
                </a:cubicBezTo>
                <a:cubicBezTo>
                  <a:pt x="10635214" y="107005"/>
                  <a:pt x="10621323" y="104993"/>
                  <a:pt x="10610971" y="110764"/>
                </a:cubicBezTo>
                <a:cubicBezTo>
                  <a:pt x="10603980" y="127568"/>
                  <a:pt x="10551417" y="141180"/>
                  <a:pt x="10532872" y="138028"/>
                </a:cubicBezTo>
                <a:cubicBezTo>
                  <a:pt x="10480300" y="119072"/>
                  <a:pt x="10440532" y="186296"/>
                  <a:pt x="10398558" y="172911"/>
                </a:cubicBezTo>
                <a:cubicBezTo>
                  <a:pt x="10387708" y="174114"/>
                  <a:pt x="10378792" y="177646"/>
                  <a:pt x="10371128" y="182609"/>
                </a:cubicBezTo>
                <a:lnTo>
                  <a:pt x="10352178" y="199976"/>
                </a:lnTo>
                <a:lnTo>
                  <a:pt x="10351815" y="211879"/>
                </a:lnTo>
                <a:lnTo>
                  <a:pt x="10337471" y="218661"/>
                </a:lnTo>
                <a:lnTo>
                  <a:pt x="10334625" y="222351"/>
                </a:lnTo>
                <a:cubicBezTo>
                  <a:pt x="10321108" y="225227"/>
                  <a:pt x="10278615" y="228401"/>
                  <a:pt x="10256365" y="235917"/>
                </a:cubicBezTo>
                <a:cubicBezTo>
                  <a:pt x="10218136" y="258033"/>
                  <a:pt x="10224552" y="209685"/>
                  <a:pt x="10201127" y="267448"/>
                </a:cubicBezTo>
                <a:cubicBezTo>
                  <a:pt x="10121320" y="273476"/>
                  <a:pt x="10040763" y="345580"/>
                  <a:pt x="9961218" y="326720"/>
                </a:cubicBezTo>
                <a:cubicBezTo>
                  <a:pt x="9980173" y="341621"/>
                  <a:pt x="9883038" y="318484"/>
                  <a:pt x="9859715" y="355698"/>
                </a:cubicBezTo>
                <a:cubicBezTo>
                  <a:pt x="9812822" y="367758"/>
                  <a:pt x="9752089" y="383830"/>
                  <a:pt x="9679867" y="399081"/>
                </a:cubicBezTo>
                <a:cubicBezTo>
                  <a:pt x="9618357" y="415668"/>
                  <a:pt x="9525492" y="446315"/>
                  <a:pt x="9490654" y="455225"/>
                </a:cubicBezTo>
                <a:lnTo>
                  <a:pt x="9470837" y="452539"/>
                </a:lnTo>
                <a:lnTo>
                  <a:pt x="9469082" y="454891"/>
                </a:lnTo>
                <a:cubicBezTo>
                  <a:pt x="9460057" y="461184"/>
                  <a:pt x="9453495" y="461729"/>
                  <a:pt x="9448038" y="459733"/>
                </a:cubicBezTo>
                <a:lnTo>
                  <a:pt x="9396821" y="455795"/>
                </a:lnTo>
                <a:lnTo>
                  <a:pt x="9392197" y="459796"/>
                </a:lnTo>
                <a:lnTo>
                  <a:pt x="9347994" y="464462"/>
                </a:lnTo>
                <a:cubicBezTo>
                  <a:pt x="9347959" y="465155"/>
                  <a:pt x="9347925" y="465846"/>
                  <a:pt x="9347889" y="466539"/>
                </a:cubicBezTo>
                <a:cubicBezTo>
                  <a:pt x="9346648" y="471307"/>
                  <a:pt x="9343831" y="475025"/>
                  <a:pt x="9337639" y="476654"/>
                </a:cubicBezTo>
                <a:cubicBezTo>
                  <a:pt x="9354547" y="503661"/>
                  <a:pt x="9307720" y="510631"/>
                  <a:pt x="9287964" y="513052"/>
                </a:cubicBezTo>
                <a:cubicBezTo>
                  <a:pt x="9269905" y="526173"/>
                  <a:pt x="9245386" y="544358"/>
                  <a:pt x="9229283" y="555377"/>
                </a:cubicBezTo>
                <a:lnTo>
                  <a:pt x="9220274" y="557502"/>
                </a:lnTo>
                <a:cubicBezTo>
                  <a:pt x="9220250" y="557668"/>
                  <a:pt x="9220226" y="557835"/>
                  <a:pt x="9220202" y="558001"/>
                </a:cubicBezTo>
                <a:cubicBezTo>
                  <a:pt x="9218468" y="559434"/>
                  <a:pt x="9215591" y="560497"/>
                  <a:pt x="9210908" y="561147"/>
                </a:cubicBezTo>
                <a:lnTo>
                  <a:pt x="9186374" y="565502"/>
                </a:lnTo>
                <a:lnTo>
                  <a:pt x="9181058" y="569943"/>
                </a:lnTo>
                <a:lnTo>
                  <a:pt x="9167549" y="584727"/>
                </a:lnTo>
                <a:lnTo>
                  <a:pt x="9149110" y="598906"/>
                </a:lnTo>
                <a:cubicBezTo>
                  <a:pt x="9133575" y="594395"/>
                  <a:pt x="9087390" y="636567"/>
                  <a:pt x="9078556" y="644039"/>
                </a:cubicBezTo>
                <a:lnTo>
                  <a:pt x="8996399" y="690055"/>
                </a:lnTo>
                <a:cubicBezTo>
                  <a:pt x="8913147" y="777045"/>
                  <a:pt x="8867993" y="772591"/>
                  <a:pt x="8803791" y="813860"/>
                </a:cubicBezTo>
                <a:cubicBezTo>
                  <a:pt x="8745270" y="819906"/>
                  <a:pt x="8690049" y="823612"/>
                  <a:pt x="8636202" y="848463"/>
                </a:cubicBezTo>
                <a:cubicBezTo>
                  <a:pt x="8594799" y="860014"/>
                  <a:pt x="8568613" y="864779"/>
                  <a:pt x="8555372" y="883171"/>
                </a:cubicBezTo>
                <a:lnTo>
                  <a:pt x="8507229" y="901665"/>
                </a:lnTo>
                <a:lnTo>
                  <a:pt x="8428473" y="927985"/>
                </a:lnTo>
                <a:cubicBezTo>
                  <a:pt x="8428287" y="929817"/>
                  <a:pt x="8428100" y="931648"/>
                  <a:pt x="8427914" y="933480"/>
                </a:cubicBezTo>
                <a:lnTo>
                  <a:pt x="8420327" y="941984"/>
                </a:lnTo>
                <a:lnTo>
                  <a:pt x="8394729" y="948347"/>
                </a:lnTo>
                <a:lnTo>
                  <a:pt x="8380548" y="987916"/>
                </a:lnTo>
                <a:lnTo>
                  <a:pt x="8375330" y="965444"/>
                </a:lnTo>
                <a:cubicBezTo>
                  <a:pt x="8372375" y="964202"/>
                  <a:pt x="8344433" y="977378"/>
                  <a:pt x="8340796" y="980522"/>
                </a:cubicBezTo>
                <a:cubicBezTo>
                  <a:pt x="8328292" y="982128"/>
                  <a:pt x="8319237" y="991089"/>
                  <a:pt x="8304438" y="996739"/>
                </a:cubicBezTo>
                <a:cubicBezTo>
                  <a:pt x="8297193" y="1005683"/>
                  <a:pt x="8289328" y="1014568"/>
                  <a:pt x="8280929" y="1023089"/>
                </a:cubicBezTo>
                <a:lnTo>
                  <a:pt x="8275760" y="1027772"/>
                </a:lnTo>
                <a:lnTo>
                  <a:pt x="8275478" y="1027605"/>
                </a:lnTo>
                <a:cubicBezTo>
                  <a:pt x="8273970" y="1028076"/>
                  <a:pt x="8251461" y="1029408"/>
                  <a:pt x="8249003" y="1032033"/>
                </a:cubicBezTo>
                <a:lnTo>
                  <a:pt x="8203836" y="1037347"/>
                </a:lnTo>
                <a:cubicBezTo>
                  <a:pt x="8172789" y="1049890"/>
                  <a:pt x="8148166" y="1034625"/>
                  <a:pt x="8122936" y="1063113"/>
                </a:cubicBezTo>
                <a:cubicBezTo>
                  <a:pt x="8093850" y="1074757"/>
                  <a:pt x="8066781" y="1075350"/>
                  <a:pt x="8043658" y="1092746"/>
                </a:cubicBezTo>
                <a:cubicBezTo>
                  <a:pt x="8032157" y="1089174"/>
                  <a:pt x="8022145" y="1089998"/>
                  <a:pt x="8015351" y="1105478"/>
                </a:cubicBezTo>
                <a:cubicBezTo>
                  <a:pt x="7987544" y="1113006"/>
                  <a:pt x="7977708" y="1099152"/>
                  <a:pt x="7963145" y="1119346"/>
                </a:cubicBezTo>
                <a:cubicBezTo>
                  <a:pt x="7942622" y="1098880"/>
                  <a:pt x="7943760" y="1109516"/>
                  <a:pt x="7938145" y="1120225"/>
                </a:cubicBezTo>
                <a:lnTo>
                  <a:pt x="7937238" y="1121204"/>
                </a:lnTo>
                <a:lnTo>
                  <a:pt x="7934398" y="1118240"/>
                </a:lnTo>
                <a:lnTo>
                  <a:pt x="7918248" y="1124371"/>
                </a:lnTo>
                <a:lnTo>
                  <a:pt x="7914119" y="1127653"/>
                </a:lnTo>
                <a:cubicBezTo>
                  <a:pt x="7911201" y="1129547"/>
                  <a:pt x="7909169" y="1130331"/>
                  <a:pt x="7907658" y="1130350"/>
                </a:cubicBezTo>
                <a:lnTo>
                  <a:pt x="7907434" y="1130103"/>
                </a:lnTo>
                <a:lnTo>
                  <a:pt x="7901508" y="1133245"/>
                </a:lnTo>
                <a:cubicBezTo>
                  <a:pt x="7891644" y="1139271"/>
                  <a:pt x="7882185" y="1145815"/>
                  <a:pt x="7873287" y="1152609"/>
                </a:cubicBezTo>
                <a:cubicBezTo>
                  <a:pt x="7864672" y="1141906"/>
                  <a:pt x="7845199" y="1159242"/>
                  <a:pt x="7834833" y="1153868"/>
                </a:cubicBezTo>
                <a:lnTo>
                  <a:pt x="7828661" y="1139994"/>
                </a:lnTo>
                <a:lnTo>
                  <a:pt x="7823966" y="1143178"/>
                </a:lnTo>
                <a:lnTo>
                  <a:pt x="7815078" y="1151776"/>
                </a:lnTo>
                <a:cubicBezTo>
                  <a:pt x="7813692" y="1152943"/>
                  <a:pt x="7812687" y="1153116"/>
                  <a:pt x="7812026" y="1151522"/>
                </a:cubicBezTo>
                <a:cubicBezTo>
                  <a:pt x="7806555" y="1153054"/>
                  <a:pt x="7788673" y="1159989"/>
                  <a:pt x="7782249" y="1160970"/>
                </a:cubicBezTo>
                <a:lnTo>
                  <a:pt x="7773476" y="1157414"/>
                </a:lnTo>
                <a:lnTo>
                  <a:pt x="7769600" y="1157365"/>
                </a:lnTo>
                <a:lnTo>
                  <a:pt x="7752631" y="1172815"/>
                </a:lnTo>
                <a:lnTo>
                  <a:pt x="7739392" y="1192062"/>
                </a:lnTo>
                <a:lnTo>
                  <a:pt x="7677677" y="1216394"/>
                </a:lnTo>
                <a:lnTo>
                  <a:pt x="7586920" y="1261888"/>
                </a:lnTo>
                <a:cubicBezTo>
                  <a:pt x="7556723" y="1298911"/>
                  <a:pt x="7489187" y="1284518"/>
                  <a:pt x="7486100" y="1292563"/>
                </a:cubicBezTo>
                <a:cubicBezTo>
                  <a:pt x="7454875" y="1308356"/>
                  <a:pt x="7453335" y="1326361"/>
                  <a:pt x="7411323" y="1340732"/>
                </a:cubicBezTo>
                <a:cubicBezTo>
                  <a:pt x="7372519" y="1390006"/>
                  <a:pt x="7288617" y="1403664"/>
                  <a:pt x="7240698" y="1438832"/>
                </a:cubicBezTo>
                <a:cubicBezTo>
                  <a:pt x="7206467" y="1417136"/>
                  <a:pt x="7227555" y="1441678"/>
                  <a:pt x="7197675" y="1447530"/>
                </a:cubicBezTo>
                <a:cubicBezTo>
                  <a:pt x="7211601" y="1474927"/>
                  <a:pt x="7159483" y="1444981"/>
                  <a:pt x="7164788" y="1480293"/>
                </a:cubicBezTo>
                <a:cubicBezTo>
                  <a:pt x="7159184" y="1480240"/>
                  <a:pt x="7153584" y="1479075"/>
                  <a:pt x="7147929" y="1477641"/>
                </a:cubicBezTo>
                <a:lnTo>
                  <a:pt x="7144965" y="1476908"/>
                </a:lnTo>
                <a:lnTo>
                  <a:pt x="7134299" y="1479969"/>
                </a:lnTo>
                <a:lnTo>
                  <a:pt x="7129809" y="1473339"/>
                </a:lnTo>
                <a:lnTo>
                  <a:pt x="7112688" y="1472575"/>
                </a:lnTo>
                <a:cubicBezTo>
                  <a:pt x="7106506" y="1473449"/>
                  <a:pt x="7100123" y="1475741"/>
                  <a:pt x="7093470" y="1480300"/>
                </a:cubicBezTo>
                <a:cubicBezTo>
                  <a:pt x="7079039" y="1501274"/>
                  <a:pt x="7048991" y="1495718"/>
                  <a:pt x="7025034" y="1506934"/>
                </a:cubicBezTo>
                <a:lnTo>
                  <a:pt x="7014783" y="1515868"/>
                </a:lnTo>
                <a:lnTo>
                  <a:pt x="6979706" y="1523511"/>
                </a:lnTo>
                <a:lnTo>
                  <a:pt x="6977890" y="1525793"/>
                </a:lnTo>
                <a:cubicBezTo>
                  <a:pt x="6971996" y="1527914"/>
                  <a:pt x="6959488" y="1529941"/>
                  <a:pt x="6944339" y="1536237"/>
                </a:cubicBezTo>
                <a:lnTo>
                  <a:pt x="6886996" y="1563569"/>
                </a:lnTo>
                <a:lnTo>
                  <a:pt x="6874510" y="1558469"/>
                </a:lnTo>
                <a:lnTo>
                  <a:pt x="6871943" y="1554651"/>
                </a:lnTo>
                <a:lnTo>
                  <a:pt x="6856174" y="1562024"/>
                </a:lnTo>
                <a:lnTo>
                  <a:pt x="6842321" y="1560554"/>
                </a:lnTo>
                <a:lnTo>
                  <a:pt x="6832713" y="1569357"/>
                </a:lnTo>
                <a:lnTo>
                  <a:pt x="6816351" y="1571495"/>
                </a:lnTo>
                <a:cubicBezTo>
                  <a:pt x="6810216" y="1571510"/>
                  <a:pt x="6803310" y="1571324"/>
                  <a:pt x="6795800" y="1572010"/>
                </a:cubicBezTo>
                <a:lnTo>
                  <a:pt x="6777546" y="1568661"/>
                </a:lnTo>
                <a:lnTo>
                  <a:pt x="6751528" y="1574143"/>
                </a:lnTo>
                <a:cubicBezTo>
                  <a:pt x="6731455" y="1578562"/>
                  <a:pt x="6712054" y="1582098"/>
                  <a:pt x="6691966" y="1582255"/>
                </a:cubicBezTo>
                <a:cubicBezTo>
                  <a:pt x="6677921" y="1590738"/>
                  <a:pt x="6663787" y="1595441"/>
                  <a:pt x="6646941" y="1588471"/>
                </a:cubicBezTo>
                <a:cubicBezTo>
                  <a:pt x="6605135" y="1597971"/>
                  <a:pt x="6598373" y="1612583"/>
                  <a:pt x="6568576" y="1606488"/>
                </a:cubicBezTo>
                <a:cubicBezTo>
                  <a:pt x="6562510" y="1614734"/>
                  <a:pt x="6558067" y="1619360"/>
                  <a:pt x="6554358" y="1621701"/>
                </a:cubicBezTo>
                <a:cubicBezTo>
                  <a:pt x="6543227" y="1628727"/>
                  <a:pt x="6538724" y="1615196"/>
                  <a:pt x="6516968" y="1617195"/>
                </a:cubicBezTo>
                <a:cubicBezTo>
                  <a:pt x="6493173" y="1617368"/>
                  <a:pt x="6528193" y="1598652"/>
                  <a:pt x="6506479" y="1602227"/>
                </a:cubicBezTo>
                <a:cubicBezTo>
                  <a:pt x="6486674" y="1613929"/>
                  <a:pt x="6478484" y="1593997"/>
                  <a:pt x="6458436" y="1607332"/>
                </a:cubicBezTo>
                <a:cubicBezTo>
                  <a:pt x="6471168" y="1620800"/>
                  <a:pt x="6410323" y="1615478"/>
                  <a:pt x="6414786" y="1628815"/>
                </a:cubicBezTo>
                <a:cubicBezTo>
                  <a:pt x="6385942" y="1615041"/>
                  <a:pt x="6386569" y="1640238"/>
                  <a:pt x="6357085" y="1640846"/>
                </a:cubicBezTo>
                <a:cubicBezTo>
                  <a:pt x="6341163" y="1636809"/>
                  <a:pt x="6331497" y="1637754"/>
                  <a:pt x="6322636" y="1648213"/>
                </a:cubicBezTo>
                <a:cubicBezTo>
                  <a:pt x="6248448" y="1627802"/>
                  <a:pt x="6286748" y="1654976"/>
                  <a:pt x="6226172" y="1654676"/>
                </a:cubicBezTo>
                <a:lnTo>
                  <a:pt x="6221217" y="1654506"/>
                </a:lnTo>
                <a:lnTo>
                  <a:pt x="6204956" y="1664280"/>
                </a:lnTo>
                <a:cubicBezTo>
                  <a:pt x="6204728" y="1665114"/>
                  <a:pt x="6204498" y="1665947"/>
                  <a:pt x="6204270" y="1666782"/>
                </a:cubicBezTo>
                <a:lnTo>
                  <a:pt x="6143810" y="1661963"/>
                </a:lnTo>
                <a:lnTo>
                  <a:pt x="6136560" y="1665728"/>
                </a:lnTo>
                <a:lnTo>
                  <a:pt x="6096155" y="1656951"/>
                </a:lnTo>
                <a:lnTo>
                  <a:pt x="6075812" y="1655422"/>
                </a:lnTo>
                <a:lnTo>
                  <a:pt x="6039495" y="1649680"/>
                </a:lnTo>
                <a:lnTo>
                  <a:pt x="6036523" y="1652121"/>
                </a:lnTo>
                <a:lnTo>
                  <a:pt x="6029328" y="1649904"/>
                </a:lnTo>
                <a:lnTo>
                  <a:pt x="6024075" y="1652779"/>
                </a:lnTo>
                <a:lnTo>
                  <a:pt x="6018085" y="1652030"/>
                </a:lnTo>
                <a:cubicBezTo>
                  <a:pt x="6006658" y="1653831"/>
                  <a:pt x="5968194" y="1662035"/>
                  <a:pt x="5955513" y="1663584"/>
                </a:cubicBezTo>
                <a:lnTo>
                  <a:pt x="5941996" y="1661326"/>
                </a:lnTo>
                <a:lnTo>
                  <a:pt x="5931789" y="1669915"/>
                </a:lnTo>
                <a:lnTo>
                  <a:pt x="5888686" y="1672175"/>
                </a:lnTo>
                <a:lnTo>
                  <a:pt x="5873794" y="1665454"/>
                </a:lnTo>
                <a:lnTo>
                  <a:pt x="5860022" y="1660635"/>
                </a:lnTo>
                <a:lnTo>
                  <a:pt x="5858237" y="1660649"/>
                </a:lnTo>
                <a:lnTo>
                  <a:pt x="5840319" y="1660798"/>
                </a:lnTo>
                <a:lnTo>
                  <a:pt x="5806984" y="1661075"/>
                </a:lnTo>
                <a:cubicBezTo>
                  <a:pt x="5785708" y="1661533"/>
                  <a:pt x="5764126" y="1662974"/>
                  <a:pt x="5742351" y="1667489"/>
                </a:cubicBezTo>
                <a:cubicBezTo>
                  <a:pt x="5659069" y="1645168"/>
                  <a:pt x="5615134" y="1706361"/>
                  <a:pt x="5521171" y="1671626"/>
                </a:cubicBezTo>
                <a:cubicBezTo>
                  <a:pt x="5491803" y="1671296"/>
                  <a:pt x="5498089" y="1662666"/>
                  <a:pt x="5457384" y="1683952"/>
                </a:cubicBezTo>
                <a:cubicBezTo>
                  <a:pt x="5356959" y="1699287"/>
                  <a:pt x="5078905" y="1774579"/>
                  <a:pt x="4950070" y="1748401"/>
                </a:cubicBezTo>
                <a:cubicBezTo>
                  <a:pt x="4918276" y="1752255"/>
                  <a:pt x="4891043" y="1756936"/>
                  <a:pt x="4872172" y="1757222"/>
                </a:cubicBezTo>
                <a:lnTo>
                  <a:pt x="4809524" y="1761033"/>
                </a:lnTo>
                <a:cubicBezTo>
                  <a:pt x="4791324" y="1772975"/>
                  <a:pt x="4777258" y="1754591"/>
                  <a:pt x="4759058" y="1766533"/>
                </a:cubicBezTo>
                <a:cubicBezTo>
                  <a:pt x="4747481" y="1770744"/>
                  <a:pt x="4734604" y="1772921"/>
                  <a:pt x="4719749" y="1771811"/>
                </a:cubicBezTo>
                <a:cubicBezTo>
                  <a:pt x="4671168" y="1780243"/>
                  <a:pt x="4634134" y="1775931"/>
                  <a:pt x="4568686" y="1786141"/>
                </a:cubicBezTo>
                <a:cubicBezTo>
                  <a:pt x="4544667" y="1777910"/>
                  <a:pt x="4432547" y="1778168"/>
                  <a:pt x="4418751" y="1796932"/>
                </a:cubicBezTo>
                <a:cubicBezTo>
                  <a:pt x="4403360" y="1801488"/>
                  <a:pt x="4385278" y="1795746"/>
                  <a:pt x="4378377" y="1815528"/>
                </a:cubicBezTo>
                <a:cubicBezTo>
                  <a:pt x="4366870" y="1839461"/>
                  <a:pt x="4337372" y="1814003"/>
                  <a:pt x="4320575" y="1832722"/>
                </a:cubicBezTo>
                <a:cubicBezTo>
                  <a:pt x="4277898" y="1857053"/>
                  <a:pt x="4243945" y="1846759"/>
                  <a:pt x="4211935" y="1860177"/>
                </a:cubicBezTo>
                <a:cubicBezTo>
                  <a:pt x="4181519" y="1859584"/>
                  <a:pt x="4171342" y="1859762"/>
                  <a:pt x="4101228" y="1868717"/>
                </a:cubicBezTo>
                <a:cubicBezTo>
                  <a:pt x="4080159" y="1876188"/>
                  <a:pt x="4039427" y="1877381"/>
                  <a:pt x="3973223" y="1881015"/>
                </a:cubicBezTo>
                <a:cubicBezTo>
                  <a:pt x="3971330" y="1884974"/>
                  <a:pt x="3952843" y="1879225"/>
                  <a:pt x="3900992" y="1880603"/>
                </a:cubicBezTo>
                <a:cubicBezTo>
                  <a:pt x="3849141" y="1881981"/>
                  <a:pt x="3740060" y="1895686"/>
                  <a:pt x="3662119" y="1889285"/>
                </a:cubicBezTo>
                <a:cubicBezTo>
                  <a:pt x="3565155" y="1881322"/>
                  <a:pt x="3613412" y="1915150"/>
                  <a:pt x="3496919" y="1873180"/>
                </a:cubicBezTo>
                <a:cubicBezTo>
                  <a:pt x="3488062" y="1895719"/>
                  <a:pt x="3474293" y="1876288"/>
                  <a:pt x="3449433" y="1889681"/>
                </a:cubicBezTo>
                <a:cubicBezTo>
                  <a:pt x="3406553" y="1891629"/>
                  <a:pt x="3413217" y="1897797"/>
                  <a:pt x="3369766" y="1916653"/>
                </a:cubicBezTo>
                <a:cubicBezTo>
                  <a:pt x="3338805" y="1929531"/>
                  <a:pt x="3289487" y="1928617"/>
                  <a:pt x="3269672" y="1938036"/>
                </a:cubicBezTo>
                <a:lnTo>
                  <a:pt x="3224897" y="1943733"/>
                </a:lnTo>
                <a:cubicBezTo>
                  <a:pt x="3188693" y="1949271"/>
                  <a:pt x="3178540" y="1909145"/>
                  <a:pt x="3161463" y="1946591"/>
                </a:cubicBezTo>
                <a:lnTo>
                  <a:pt x="3112044" y="1935614"/>
                </a:lnTo>
                <a:lnTo>
                  <a:pt x="3069716" y="1930463"/>
                </a:lnTo>
                <a:cubicBezTo>
                  <a:pt x="3049937" y="1924285"/>
                  <a:pt x="3047816" y="1925644"/>
                  <a:pt x="3005773" y="1915878"/>
                </a:cubicBezTo>
                <a:cubicBezTo>
                  <a:pt x="2978838" y="1921092"/>
                  <a:pt x="2967972" y="1927319"/>
                  <a:pt x="2897201" y="1926772"/>
                </a:cubicBezTo>
                <a:lnTo>
                  <a:pt x="2783891" y="1931749"/>
                </a:lnTo>
                <a:cubicBezTo>
                  <a:pt x="2753098" y="1932794"/>
                  <a:pt x="2731621" y="1915151"/>
                  <a:pt x="2712447" y="1933044"/>
                </a:cubicBezTo>
                <a:cubicBezTo>
                  <a:pt x="2621923" y="1990472"/>
                  <a:pt x="2637976" y="1949546"/>
                  <a:pt x="2560151" y="1963609"/>
                </a:cubicBezTo>
                <a:cubicBezTo>
                  <a:pt x="2472084" y="1973456"/>
                  <a:pt x="2423631" y="1962133"/>
                  <a:pt x="2367221" y="1971884"/>
                </a:cubicBezTo>
                <a:cubicBezTo>
                  <a:pt x="2355331" y="1950582"/>
                  <a:pt x="2295649" y="1950006"/>
                  <a:pt x="2272130" y="1961162"/>
                </a:cubicBezTo>
                <a:cubicBezTo>
                  <a:pt x="2229336" y="1964326"/>
                  <a:pt x="2232627" y="1943953"/>
                  <a:pt x="2189404" y="1978172"/>
                </a:cubicBezTo>
                <a:cubicBezTo>
                  <a:pt x="2153824" y="1968017"/>
                  <a:pt x="2114605" y="1969166"/>
                  <a:pt x="2077704" y="1965002"/>
                </a:cubicBezTo>
                <a:cubicBezTo>
                  <a:pt x="2053064" y="1962036"/>
                  <a:pt x="2051584" y="1971011"/>
                  <a:pt x="2033299" y="1969042"/>
                </a:cubicBezTo>
                <a:cubicBezTo>
                  <a:pt x="2015014" y="1967073"/>
                  <a:pt x="1998956" y="1958903"/>
                  <a:pt x="1967996" y="1953187"/>
                </a:cubicBezTo>
                <a:cubicBezTo>
                  <a:pt x="1924117" y="1970917"/>
                  <a:pt x="1915668" y="1940297"/>
                  <a:pt x="1855805" y="1926082"/>
                </a:cubicBezTo>
                <a:cubicBezTo>
                  <a:pt x="1830663" y="1943732"/>
                  <a:pt x="1810564" y="1935694"/>
                  <a:pt x="1790957" y="1919460"/>
                </a:cubicBezTo>
                <a:cubicBezTo>
                  <a:pt x="1732588" y="1924884"/>
                  <a:pt x="1679506" y="1900619"/>
                  <a:pt x="1613978" y="1891581"/>
                </a:cubicBezTo>
                <a:cubicBezTo>
                  <a:pt x="1542961" y="1912227"/>
                  <a:pt x="1506863" y="1865666"/>
                  <a:pt x="1436831" y="1856201"/>
                </a:cubicBezTo>
                <a:cubicBezTo>
                  <a:pt x="1409149" y="1862955"/>
                  <a:pt x="1416370" y="1829853"/>
                  <a:pt x="1357365" y="1832140"/>
                </a:cubicBezTo>
                <a:cubicBezTo>
                  <a:pt x="1285880" y="1811785"/>
                  <a:pt x="1273193" y="1786872"/>
                  <a:pt x="1232341" y="1785942"/>
                </a:cubicBezTo>
                <a:cubicBezTo>
                  <a:pt x="1223903" y="1792798"/>
                  <a:pt x="1160576" y="1793911"/>
                  <a:pt x="1162595" y="1784330"/>
                </a:cubicBezTo>
                <a:cubicBezTo>
                  <a:pt x="1153167" y="1787110"/>
                  <a:pt x="1122206" y="1805077"/>
                  <a:pt x="1120257" y="1789615"/>
                </a:cubicBezTo>
                <a:cubicBezTo>
                  <a:pt x="1073149" y="1786750"/>
                  <a:pt x="1034361" y="1768718"/>
                  <a:pt x="991903" y="1786741"/>
                </a:cubicBezTo>
                <a:cubicBezTo>
                  <a:pt x="966383" y="1781126"/>
                  <a:pt x="949501" y="1800915"/>
                  <a:pt x="883960" y="1809389"/>
                </a:cubicBezTo>
                <a:cubicBezTo>
                  <a:pt x="836064" y="1808194"/>
                  <a:pt x="826980" y="1826610"/>
                  <a:pt x="766531" y="1805053"/>
                </a:cubicBezTo>
                <a:cubicBezTo>
                  <a:pt x="732778" y="1801141"/>
                  <a:pt x="694055" y="1787044"/>
                  <a:pt x="669779" y="1800537"/>
                </a:cubicBezTo>
                <a:cubicBezTo>
                  <a:pt x="645252" y="1794709"/>
                  <a:pt x="563495" y="1813232"/>
                  <a:pt x="523898" y="1811085"/>
                </a:cubicBezTo>
                <a:cubicBezTo>
                  <a:pt x="457555" y="1798530"/>
                  <a:pt x="395227" y="1824052"/>
                  <a:pt x="360251" y="1830735"/>
                </a:cubicBezTo>
                <a:cubicBezTo>
                  <a:pt x="313564" y="1825583"/>
                  <a:pt x="298281" y="1811622"/>
                  <a:pt x="255207" y="1818275"/>
                </a:cubicBezTo>
                <a:cubicBezTo>
                  <a:pt x="206572" y="1839769"/>
                  <a:pt x="160277" y="1836800"/>
                  <a:pt x="101803" y="1870647"/>
                </a:cubicBezTo>
                <a:cubicBezTo>
                  <a:pt x="85849" y="1910002"/>
                  <a:pt x="27997" y="1845258"/>
                  <a:pt x="25397" y="1888443"/>
                </a:cubicBezTo>
                <a:cubicBezTo>
                  <a:pt x="19096" y="1881154"/>
                  <a:pt x="11260" y="1878398"/>
                  <a:pt x="2370" y="1878311"/>
                </a:cubicBezTo>
                <a:lnTo>
                  <a:pt x="0" y="1878785"/>
                </a:lnTo>
                <a:lnTo>
                  <a:pt x="0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B5EB1B4-7F5B-47F3-66CF-B38A4FA2B8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7034" y="609597"/>
            <a:ext cx="9392421" cy="1330841"/>
          </a:xfrm>
        </p:spPr>
        <p:txBody>
          <a:bodyPr>
            <a:normAutofit/>
          </a:bodyPr>
          <a:lstStyle/>
          <a:p>
            <a:r>
              <a:rPr lang="en-IN"/>
              <a:t>Study Outcome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519A51-4F62-EBEF-B2CC-73430815AF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37034" y="2198362"/>
            <a:ext cx="4958966" cy="3917773"/>
          </a:xfrm>
        </p:spPr>
        <p:txBody>
          <a:bodyPr>
            <a:normAutofit/>
          </a:bodyPr>
          <a:lstStyle/>
          <a:p>
            <a:r>
              <a:rPr lang="en-IN" sz="1900"/>
              <a:t> Applied analog design with real bio-signal circuits
 Gained experience in embedded firmware (ESP + ISR + WiFi)
 Understood biomedical signal processing techniques
 Learned full-stack system integration (hardware + software + UI)
 Developed practical skills in power systems, and real-time data handling
 Strengthened documentation, and presentation abilities</a:t>
            </a:r>
          </a:p>
          <a:p>
            <a:endParaRPr lang="en-US" sz="1900"/>
          </a:p>
        </p:txBody>
      </p:sp>
      <p:pic>
        <p:nvPicPr>
          <p:cNvPr id="12" name="Picture 11" descr="Cartoon characters in a library&#10;&#10;AI-generated content may be incorrect.">
            <a:extLst>
              <a:ext uri="{FF2B5EF4-FFF2-40B4-BE49-F238E27FC236}">
                <a16:creationId xmlns:a16="http://schemas.microsoft.com/office/drawing/2014/main" id="{12B5DBED-CEC1-1E4F-A964-AB27E2EFB14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719367" y="2445478"/>
            <a:ext cx="4788505" cy="3234787"/>
          </a:xfrm>
          <a:prstGeom prst="rect">
            <a:avLst/>
          </a:prstGeom>
        </p:spPr>
      </p:pic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9A0D773F-7A7D-4DBB-9DEA-86BB8B8F4B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5381624" y="6209414"/>
            <a:ext cx="6810375" cy="648586"/>
          </a:xfrm>
          <a:custGeom>
            <a:avLst/>
            <a:gdLst>
              <a:gd name="connsiteX0" fmla="*/ 0 w 10753706"/>
              <a:gd name="connsiteY0" fmla="*/ 0 h 1027260"/>
              <a:gd name="connsiteX1" fmla="*/ 10753706 w 10753706"/>
              <a:gd name="connsiteY1" fmla="*/ 0 h 1027260"/>
              <a:gd name="connsiteX2" fmla="*/ 10748809 w 10753706"/>
              <a:gd name="connsiteY2" fmla="*/ 2522 h 1027260"/>
              <a:gd name="connsiteX3" fmla="*/ 10725330 w 10753706"/>
              <a:gd name="connsiteY3" fmla="*/ 11977 h 1027260"/>
              <a:gd name="connsiteX4" fmla="*/ 10615423 w 10753706"/>
              <a:gd name="connsiteY4" fmla="*/ 52967 h 1027260"/>
              <a:gd name="connsiteX5" fmla="*/ 10533936 w 10753706"/>
              <a:gd name="connsiteY5" fmla="*/ 53095 h 1027260"/>
              <a:gd name="connsiteX6" fmla="*/ 10466876 w 10753706"/>
              <a:gd name="connsiteY6" fmla="*/ 45180 h 1027260"/>
              <a:gd name="connsiteX7" fmla="*/ 10355090 w 10753706"/>
              <a:gd name="connsiteY7" fmla="*/ 89741 h 1027260"/>
              <a:gd name="connsiteX8" fmla="*/ 10087145 w 10753706"/>
              <a:gd name="connsiteY8" fmla="*/ 66115 h 1027260"/>
              <a:gd name="connsiteX9" fmla="*/ 10015902 w 10753706"/>
              <a:gd name="connsiteY9" fmla="*/ 76178 h 1027260"/>
              <a:gd name="connsiteX10" fmla="*/ 9806005 w 10753706"/>
              <a:gd name="connsiteY10" fmla="*/ 102435 h 1027260"/>
              <a:gd name="connsiteX11" fmla="*/ 9602583 w 10753706"/>
              <a:gd name="connsiteY11" fmla="*/ 179170 h 1027260"/>
              <a:gd name="connsiteX12" fmla="*/ 9469719 w 10753706"/>
              <a:gd name="connsiteY12" fmla="*/ 174721 h 1027260"/>
              <a:gd name="connsiteX13" fmla="*/ 9408692 w 10753706"/>
              <a:gd name="connsiteY13" fmla="*/ 189513 h 1027260"/>
              <a:gd name="connsiteX14" fmla="*/ 9364151 w 10753706"/>
              <a:gd name="connsiteY14" fmla="*/ 194072 h 1027260"/>
              <a:gd name="connsiteX15" fmla="*/ 9337751 w 10753706"/>
              <a:gd name="connsiteY15" fmla="*/ 197579 h 1027260"/>
              <a:gd name="connsiteX16" fmla="*/ 9297166 w 10753706"/>
              <a:gd name="connsiteY16" fmla="*/ 216558 h 1027260"/>
              <a:gd name="connsiteX17" fmla="*/ 9123859 w 10753706"/>
              <a:gd name="connsiteY17" fmla="*/ 237356 h 1027260"/>
              <a:gd name="connsiteX18" fmla="*/ 8950741 w 10753706"/>
              <a:gd name="connsiteY18" fmla="*/ 238020 h 1027260"/>
              <a:gd name="connsiteX19" fmla="*/ 8718236 w 10753706"/>
              <a:gd name="connsiteY19" fmla="*/ 303148 h 1027260"/>
              <a:gd name="connsiteX20" fmla="*/ 8694011 w 10753706"/>
              <a:gd name="connsiteY20" fmla="*/ 308812 h 1027260"/>
              <a:gd name="connsiteX21" fmla="*/ 8611976 w 10753706"/>
              <a:gd name="connsiteY21" fmla="*/ 324819 h 1027260"/>
              <a:gd name="connsiteX22" fmla="*/ 8562074 w 10753706"/>
              <a:gd name="connsiteY22" fmla="*/ 337971 h 1027260"/>
              <a:gd name="connsiteX23" fmla="*/ 8501724 w 10753706"/>
              <a:gd name="connsiteY23" fmla="*/ 360865 h 1027260"/>
              <a:gd name="connsiteX24" fmla="*/ 8504489 w 10753706"/>
              <a:gd name="connsiteY24" fmla="*/ 364790 h 1027260"/>
              <a:gd name="connsiteX25" fmla="*/ 8492774 w 10753706"/>
              <a:gd name="connsiteY25" fmla="*/ 366181 h 1027260"/>
              <a:gd name="connsiteX26" fmla="*/ 8466405 w 10753706"/>
              <a:gd name="connsiteY26" fmla="*/ 368724 h 1027260"/>
              <a:gd name="connsiteX27" fmla="*/ 8427069 w 10753706"/>
              <a:gd name="connsiteY27" fmla="*/ 387211 h 1027260"/>
              <a:gd name="connsiteX28" fmla="*/ 8387766 w 10753706"/>
              <a:gd name="connsiteY28" fmla="*/ 377161 h 1027260"/>
              <a:gd name="connsiteX29" fmla="*/ 8315874 w 10753706"/>
              <a:gd name="connsiteY29" fmla="*/ 395527 h 1027260"/>
              <a:gd name="connsiteX30" fmla="*/ 8274474 w 10753706"/>
              <a:gd name="connsiteY30" fmla="*/ 405112 h 1027260"/>
              <a:gd name="connsiteX31" fmla="*/ 8234664 w 10753706"/>
              <a:gd name="connsiteY31" fmla="*/ 410219 h 1027260"/>
              <a:gd name="connsiteX32" fmla="*/ 8211268 w 10753706"/>
              <a:gd name="connsiteY32" fmla="*/ 416791 h 1027260"/>
              <a:gd name="connsiteX33" fmla="*/ 8188615 w 10753706"/>
              <a:gd name="connsiteY33" fmla="*/ 421755 h 1027260"/>
              <a:gd name="connsiteX34" fmla="*/ 8179981 w 10753706"/>
              <a:gd name="connsiteY34" fmla="*/ 420402 h 1027260"/>
              <a:gd name="connsiteX35" fmla="*/ 8179307 w 10753706"/>
              <a:gd name="connsiteY35" fmla="*/ 422516 h 1027260"/>
              <a:gd name="connsiteX36" fmla="*/ 8147929 w 10753706"/>
              <a:gd name="connsiteY36" fmla="*/ 450302 h 1027260"/>
              <a:gd name="connsiteX37" fmla="*/ 8089136 w 10753706"/>
              <a:gd name="connsiteY37" fmla="*/ 465283 h 1027260"/>
              <a:gd name="connsiteX38" fmla="*/ 8049973 w 10753706"/>
              <a:gd name="connsiteY38" fmla="*/ 454121 h 1027260"/>
              <a:gd name="connsiteX39" fmla="*/ 7965913 w 10753706"/>
              <a:gd name="connsiteY39" fmla="*/ 464415 h 1027260"/>
              <a:gd name="connsiteX40" fmla="*/ 7945093 w 10753706"/>
              <a:gd name="connsiteY40" fmla="*/ 464798 h 1027260"/>
              <a:gd name="connsiteX41" fmla="*/ 7935335 w 10753706"/>
              <a:gd name="connsiteY41" fmla="*/ 462442 h 1027260"/>
              <a:gd name="connsiteX42" fmla="*/ 7904779 w 10753706"/>
              <a:gd name="connsiteY42" fmla="*/ 471429 h 1027260"/>
              <a:gd name="connsiteX43" fmla="*/ 7855604 w 10753706"/>
              <a:gd name="connsiteY43" fmla="*/ 480199 h 1027260"/>
              <a:gd name="connsiteX44" fmla="*/ 7832630 w 10753706"/>
              <a:gd name="connsiteY44" fmla="*/ 485371 h 1027260"/>
              <a:gd name="connsiteX45" fmla="*/ 7812438 w 10753706"/>
              <a:gd name="connsiteY45" fmla="*/ 485391 h 1027260"/>
              <a:gd name="connsiteX46" fmla="*/ 7701399 w 10753706"/>
              <a:gd name="connsiteY46" fmla="*/ 495197 h 1027260"/>
              <a:gd name="connsiteX47" fmla="*/ 7674778 w 10753706"/>
              <a:gd name="connsiteY47" fmla="*/ 494723 h 1027260"/>
              <a:gd name="connsiteX48" fmla="*/ 7660445 w 10753706"/>
              <a:gd name="connsiteY48" fmla="*/ 490194 h 1027260"/>
              <a:gd name="connsiteX49" fmla="*/ 7651781 w 10753706"/>
              <a:gd name="connsiteY49" fmla="*/ 493084 h 1027260"/>
              <a:gd name="connsiteX50" fmla="*/ 7584807 w 10753706"/>
              <a:gd name="connsiteY50" fmla="*/ 499490 h 1027260"/>
              <a:gd name="connsiteX51" fmla="*/ 7541324 w 10753706"/>
              <a:gd name="connsiteY51" fmla="*/ 504184 h 1027260"/>
              <a:gd name="connsiteX52" fmla="*/ 7541756 w 10753706"/>
              <a:gd name="connsiteY52" fmla="*/ 512184 h 1027260"/>
              <a:gd name="connsiteX53" fmla="*/ 7503906 w 10753706"/>
              <a:gd name="connsiteY53" fmla="*/ 518551 h 1027260"/>
              <a:gd name="connsiteX54" fmla="*/ 7460411 w 10753706"/>
              <a:gd name="connsiteY54" fmla="*/ 517415 h 1027260"/>
              <a:gd name="connsiteX55" fmla="*/ 7460116 w 10753706"/>
              <a:gd name="connsiteY55" fmla="*/ 517548 h 1027260"/>
              <a:gd name="connsiteX56" fmla="*/ 7297810 w 10753706"/>
              <a:gd name="connsiteY56" fmla="*/ 563947 h 1027260"/>
              <a:gd name="connsiteX57" fmla="*/ 6946388 w 10753706"/>
              <a:gd name="connsiteY57" fmla="*/ 665244 h 1027260"/>
              <a:gd name="connsiteX58" fmla="*/ 6741704 w 10753706"/>
              <a:gd name="connsiteY58" fmla="*/ 679365 h 1027260"/>
              <a:gd name="connsiteX59" fmla="*/ 6624680 w 10753706"/>
              <a:gd name="connsiteY59" fmla="*/ 677674 h 1027260"/>
              <a:gd name="connsiteX60" fmla="*/ 6605700 w 10753706"/>
              <a:gd name="connsiteY60" fmla="*/ 683566 h 1027260"/>
              <a:gd name="connsiteX61" fmla="*/ 6576922 w 10753706"/>
              <a:gd name="connsiteY61" fmla="*/ 683030 h 1027260"/>
              <a:gd name="connsiteX62" fmla="*/ 6405123 w 10753706"/>
              <a:gd name="connsiteY62" fmla="*/ 721946 h 1027260"/>
              <a:gd name="connsiteX63" fmla="*/ 6368938 w 10753706"/>
              <a:gd name="connsiteY63" fmla="*/ 717341 h 1027260"/>
              <a:gd name="connsiteX64" fmla="*/ 6295102 w 10753706"/>
              <a:gd name="connsiteY64" fmla="*/ 729508 h 1027260"/>
              <a:gd name="connsiteX65" fmla="*/ 6202084 w 10753706"/>
              <a:gd name="connsiteY65" fmla="*/ 767091 h 1027260"/>
              <a:gd name="connsiteX66" fmla="*/ 6067157 w 10753706"/>
              <a:gd name="connsiteY66" fmla="*/ 790339 h 1027260"/>
              <a:gd name="connsiteX67" fmla="*/ 6061443 w 10753706"/>
              <a:gd name="connsiteY67" fmla="*/ 796151 h 1027260"/>
              <a:gd name="connsiteX68" fmla="*/ 6051406 w 10753706"/>
              <a:gd name="connsiteY68" fmla="*/ 800684 h 1027260"/>
              <a:gd name="connsiteX69" fmla="*/ 6049097 w 10753706"/>
              <a:gd name="connsiteY69" fmla="*/ 800636 h 1027260"/>
              <a:gd name="connsiteX70" fmla="*/ 6034222 w 10753706"/>
              <a:gd name="connsiteY70" fmla="*/ 804110 h 1027260"/>
              <a:gd name="connsiteX71" fmla="*/ 6033121 w 10753706"/>
              <a:gd name="connsiteY71" fmla="*/ 806078 h 1027260"/>
              <a:gd name="connsiteX72" fmla="*/ 6023593 w 10753706"/>
              <a:gd name="connsiteY72" fmla="*/ 808842 h 1027260"/>
              <a:gd name="connsiteX73" fmla="*/ 6006639 w 10753706"/>
              <a:gd name="connsiteY73" fmla="*/ 815304 h 1027260"/>
              <a:gd name="connsiteX74" fmla="*/ 6001762 w 10753706"/>
              <a:gd name="connsiteY74" fmla="*/ 815557 h 1027260"/>
              <a:gd name="connsiteX75" fmla="*/ 5973534 w 10753706"/>
              <a:gd name="connsiteY75" fmla="*/ 823815 h 1027260"/>
              <a:gd name="connsiteX76" fmla="*/ 5972336 w 10753706"/>
              <a:gd name="connsiteY76" fmla="*/ 823476 h 1027260"/>
              <a:gd name="connsiteX77" fmla="*/ 5960841 w 10753706"/>
              <a:gd name="connsiteY77" fmla="*/ 823819 h 1027260"/>
              <a:gd name="connsiteX78" fmla="*/ 5940719 w 10753706"/>
              <a:gd name="connsiteY78" fmla="*/ 825514 h 1027260"/>
              <a:gd name="connsiteX79" fmla="*/ 5884298 w 10753706"/>
              <a:gd name="connsiteY79" fmla="*/ 823806 h 1027260"/>
              <a:gd name="connsiteX80" fmla="*/ 5854779 w 10753706"/>
              <a:gd name="connsiteY80" fmla="*/ 832365 h 1027260"/>
              <a:gd name="connsiteX81" fmla="*/ 5848382 w 10753706"/>
              <a:gd name="connsiteY81" fmla="*/ 833844 h 1027260"/>
              <a:gd name="connsiteX82" fmla="*/ 5848066 w 10753706"/>
              <a:gd name="connsiteY82" fmla="*/ 833772 h 1027260"/>
              <a:gd name="connsiteX83" fmla="*/ 5840944 w 10753706"/>
              <a:gd name="connsiteY83" fmla="*/ 835132 h 1027260"/>
              <a:gd name="connsiteX84" fmla="*/ 5836719 w 10753706"/>
              <a:gd name="connsiteY84" fmla="*/ 836539 h 1027260"/>
              <a:gd name="connsiteX85" fmla="*/ 5824311 w 10753706"/>
              <a:gd name="connsiteY85" fmla="*/ 839408 h 1027260"/>
              <a:gd name="connsiteX86" fmla="*/ 5818788 w 10753706"/>
              <a:gd name="connsiteY86" fmla="*/ 839727 h 1027260"/>
              <a:gd name="connsiteX87" fmla="*/ 5763953 w 10753706"/>
              <a:gd name="connsiteY87" fmla="*/ 834282 h 1027260"/>
              <a:gd name="connsiteX88" fmla="*/ 5667748 w 10753706"/>
              <a:gd name="connsiteY88" fmla="*/ 840211 h 1027260"/>
              <a:gd name="connsiteX89" fmla="*/ 5573108 w 10753706"/>
              <a:gd name="connsiteY89" fmla="*/ 847611 h 1027260"/>
              <a:gd name="connsiteX90" fmla="*/ 5539137 w 10753706"/>
              <a:gd name="connsiteY90" fmla="*/ 851033 h 1027260"/>
              <a:gd name="connsiteX91" fmla="*/ 5510651 w 10753706"/>
              <a:gd name="connsiteY91" fmla="*/ 844215 h 1027260"/>
              <a:gd name="connsiteX92" fmla="*/ 5457331 w 10753706"/>
              <a:gd name="connsiteY92" fmla="*/ 839159 h 1027260"/>
              <a:gd name="connsiteX93" fmla="*/ 5410613 w 10753706"/>
              <a:gd name="connsiteY93" fmla="*/ 834358 h 1027260"/>
              <a:gd name="connsiteX94" fmla="*/ 5370040 w 10753706"/>
              <a:gd name="connsiteY94" fmla="*/ 862127 h 1027260"/>
              <a:gd name="connsiteX95" fmla="*/ 5318778 w 10753706"/>
              <a:gd name="connsiteY95" fmla="*/ 855310 h 1027260"/>
              <a:gd name="connsiteX96" fmla="*/ 5298645 w 10753706"/>
              <a:gd name="connsiteY96" fmla="*/ 855171 h 1027260"/>
              <a:gd name="connsiteX97" fmla="*/ 5253828 w 10753706"/>
              <a:gd name="connsiteY97" fmla="*/ 859670 h 1027260"/>
              <a:gd name="connsiteX98" fmla="*/ 5216955 w 10753706"/>
              <a:gd name="connsiteY98" fmla="*/ 866245 h 1027260"/>
              <a:gd name="connsiteX99" fmla="*/ 5214344 w 10753706"/>
              <a:gd name="connsiteY99" fmla="*/ 868102 h 1027260"/>
              <a:gd name="connsiteX100" fmla="*/ 5195561 w 10753706"/>
              <a:gd name="connsiteY100" fmla="*/ 869949 h 1027260"/>
              <a:gd name="connsiteX101" fmla="*/ 5182555 w 10753706"/>
              <a:gd name="connsiteY101" fmla="*/ 873542 h 1027260"/>
              <a:gd name="connsiteX102" fmla="*/ 5172552 w 10753706"/>
              <a:gd name="connsiteY102" fmla="*/ 878801 h 1027260"/>
              <a:gd name="connsiteX103" fmla="*/ 5027993 w 10753706"/>
              <a:gd name="connsiteY103" fmla="*/ 889666 h 1027260"/>
              <a:gd name="connsiteX104" fmla="*/ 4939844 w 10753706"/>
              <a:gd name="connsiteY104" fmla="*/ 934802 h 1027260"/>
              <a:gd name="connsiteX105" fmla="*/ 4792576 w 10753706"/>
              <a:gd name="connsiteY105" fmla="*/ 934820 h 1027260"/>
              <a:gd name="connsiteX106" fmla="*/ 4602423 w 10753706"/>
              <a:gd name="connsiteY106" fmla="*/ 958063 h 1027260"/>
              <a:gd name="connsiteX107" fmla="*/ 4290656 w 10753706"/>
              <a:gd name="connsiteY107" fmla="*/ 969152 h 1027260"/>
              <a:gd name="connsiteX108" fmla="*/ 3952334 w 10753706"/>
              <a:gd name="connsiteY108" fmla="*/ 954043 h 1027260"/>
              <a:gd name="connsiteX109" fmla="*/ 3858560 w 10753706"/>
              <a:gd name="connsiteY109" fmla="*/ 948781 h 1027260"/>
              <a:gd name="connsiteX110" fmla="*/ 3846597 w 10753706"/>
              <a:gd name="connsiteY110" fmla="*/ 948382 h 1027260"/>
              <a:gd name="connsiteX111" fmla="*/ 3736044 w 10753706"/>
              <a:gd name="connsiteY111" fmla="*/ 947759 h 1027260"/>
              <a:gd name="connsiteX112" fmla="*/ 3713136 w 10753706"/>
              <a:gd name="connsiteY112" fmla="*/ 946963 h 1027260"/>
              <a:gd name="connsiteX113" fmla="*/ 3695939 w 10753706"/>
              <a:gd name="connsiteY113" fmla="*/ 943639 h 1027260"/>
              <a:gd name="connsiteX114" fmla="*/ 3694125 w 10753706"/>
              <a:gd name="connsiteY114" fmla="*/ 940567 h 1027260"/>
              <a:gd name="connsiteX115" fmla="*/ 3681925 w 10753706"/>
              <a:gd name="connsiteY115" fmla="*/ 939706 h 1027260"/>
              <a:gd name="connsiteX116" fmla="*/ 3679204 w 10753706"/>
              <a:gd name="connsiteY116" fmla="*/ 938926 h 1027260"/>
              <a:gd name="connsiteX117" fmla="*/ 3615656 w 10753706"/>
              <a:gd name="connsiteY117" fmla="*/ 940320 h 1027260"/>
              <a:gd name="connsiteX118" fmla="*/ 3567983 w 10753706"/>
              <a:gd name="connsiteY118" fmla="*/ 935596 h 1027260"/>
              <a:gd name="connsiteX119" fmla="*/ 3422423 w 10753706"/>
              <a:gd name="connsiteY119" fmla="*/ 932129 h 1027260"/>
              <a:gd name="connsiteX120" fmla="*/ 3310925 w 10753706"/>
              <a:gd name="connsiteY120" fmla="*/ 911072 h 1027260"/>
              <a:gd name="connsiteX121" fmla="*/ 3139421 w 10753706"/>
              <a:gd name="connsiteY121" fmla="*/ 934151 h 1027260"/>
              <a:gd name="connsiteX122" fmla="*/ 2996922 w 10753706"/>
              <a:gd name="connsiteY122" fmla="*/ 927537 h 1027260"/>
              <a:gd name="connsiteX123" fmla="*/ 2982785 w 10753706"/>
              <a:gd name="connsiteY123" fmla="*/ 931453 h 1027260"/>
              <a:gd name="connsiteX124" fmla="*/ 2967478 w 10753706"/>
              <a:gd name="connsiteY124" fmla="*/ 933397 h 1027260"/>
              <a:gd name="connsiteX125" fmla="*/ 2948552 w 10753706"/>
              <a:gd name="connsiteY125" fmla="*/ 932961 h 1027260"/>
              <a:gd name="connsiteX126" fmla="*/ 2944404 w 10753706"/>
              <a:gd name="connsiteY126" fmla="*/ 934452 h 1027260"/>
              <a:gd name="connsiteX127" fmla="*/ 2908608 w 10753706"/>
              <a:gd name="connsiteY127" fmla="*/ 937205 h 1027260"/>
              <a:gd name="connsiteX128" fmla="*/ 2904443 w 10753706"/>
              <a:gd name="connsiteY128" fmla="*/ 936455 h 1027260"/>
              <a:gd name="connsiteX129" fmla="*/ 2868935 w 10753706"/>
              <a:gd name="connsiteY129" fmla="*/ 938022 h 1027260"/>
              <a:gd name="connsiteX130" fmla="*/ 2868586 w 10753706"/>
              <a:gd name="connsiteY130" fmla="*/ 937487 h 1027260"/>
              <a:gd name="connsiteX131" fmla="*/ 2859191 w 10753706"/>
              <a:gd name="connsiteY131" fmla="*/ 935503 h 1027260"/>
              <a:gd name="connsiteX132" fmla="*/ 2840915 w 10753706"/>
              <a:gd name="connsiteY132" fmla="*/ 932977 h 1027260"/>
              <a:gd name="connsiteX133" fmla="*/ 2763509 w 10753706"/>
              <a:gd name="connsiteY133" fmla="*/ 921850 h 1027260"/>
              <a:gd name="connsiteX134" fmla="*/ 2756121 w 10753706"/>
              <a:gd name="connsiteY134" fmla="*/ 921864 h 1027260"/>
              <a:gd name="connsiteX135" fmla="*/ 2755998 w 10753706"/>
              <a:gd name="connsiteY135" fmla="*/ 921739 h 1027260"/>
              <a:gd name="connsiteX136" fmla="*/ 2748255 w 10753706"/>
              <a:gd name="connsiteY136" fmla="*/ 921505 h 1027260"/>
              <a:gd name="connsiteX137" fmla="*/ 2694601 w 10753706"/>
              <a:gd name="connsiteY137" fmla="*/ 915575 h 1027260"/>
              <a:gd name="connsiteX138" fmla="*/ 2635357 w 10753706"/>
              <a:gd name="connsiteY138" fmla="*/ 910976 h 1027260"/>
              <a:gd name="connsiteX139" fmla="*/ 2601047 w 10753706"/>
              <a:gd name="connsiteY139" fmla="*/ 910263 h 1027260"/>
              <a:gd name="connsiteX140" fmla="*/ 2507482 w 10753706"/>
              <a:gd name="connsiteY140" fmla="*/ 906211 h 1027260"/>
              <a:gd name="connsiteX141" fmla="*/ 2413884 w 10753706"/>
              <a:gd name="connsiteY141" fmla="*/ 900545 h 1027260"/>
              <a:gd name="connsiteX142" fmla="*/ 2368912 w 10753706"/>
              <a:gd name="connsiteY142" fmla="*/ 888755 h 1027260"/>
              <a:gd name="connsiteX143" fmla="*/ 2349490 w 10753706"/>
              <a:gd name="connsiteY143" fmla="*/ 889719 h 1027260"/>
              <a:gd name="connsiteX144" fmla="*/ 2344290 w 10753706"/>
              <a:gd name="connsiteY144" fmla="*/ 890584 h 1027260"/>
              <a:gd name="connsiteX145" fmla="*/ 2336488 w 10753706"/>
              <a:gd name="connsiteY145" fmla="*/ 891058 h 1027260"/>
              <a:gd name="connsiteX146" fmla="*/ 2329015 w 10753706"/>
              <a:gd name="connsiteY146" fmla="*/ 891627 h 1027260"/>
              <a:gd name="connsiteX147" fmla="*/ 2293898 w 10753706"/>
              <a:gd name="connsiteY147" fmla="*/ 896431 h 1027260"/>
              <a:gd name="connsiteX148" fmla="*/ 2243927 w 10753706"/>
              <a:gd name="connsiteY148" fmla="*/ 888076 h 1027260"/>
              <a:gd name="connsiteX149" fmla="*/ 2223920 w 10753706"/>
              <a:gd name="connsiteY149" fmla="*/ 887331 h 1027260"/>
              <a:gd name="connsiteX150" fmla="*/ 2213081 w 10753706"/>
              <a:gd name="connsiteY150" fmla="*/ 886302 h 1027260"/>
              <a:gd name="connsiteX151" fmla="*/ 2212307 w 10753706"/>
              <a:gd name="connsiteY151" fmla="*/ 885829 h 1027260"/>
              <a:gd name="connsiteX152" fmla="*/ 2152321 w 10753706"/>
              <a:gd name="connsiteY152" fmla="*/ 894418 h 1027260"/>
              <a:gd name="connsiteX153" fmla="*/ 2140985 w 10753706"/>
              <a:gd name="connsiteY153" fmla="*/ 895968 h 1027260"/>
              <a:gd name="connsiteX154" fmla="*/ 2121210 w 10753706"/>
              <a:gd name="connsiteY154" fmla="*/ 899354 h 1027260"/>
              <a:gd name="connsiteX155" fmla="*/ 2119146 w 10753706"/>
              <a:gd name="connsiteY155" fmla="*/ 899033 h 1027260"/>
              <a:gd name="connsiteX156" fmla="*/ 2105666 w 10753706"/>
              <a:gd name="connsiteY156" fmla="*/ 902240 h 1027260"/>
              <a:gd name="connsiteX157" fmla="*/ 2094924 w 10753706"/>
              <a:gd name="connsiteY157" fmla="*/ 907203 h 1027260"/>
              <a:gd name="connsiteX158" fmla="*/ 1949478 w 10753706"/>
              <a:gd name="connsiteY158" fmla="*/ 913748 h 1027260"/>
              <a:gd name="connsiteX159" fmla="*/ 1749684 w 10753706"/>
              <a:gd name="connsiteY159" fmla="*/ 942223 h 1027260"/>
              <a:gd name="connsiteX160" fmla="*/ 1585576 w 10753706"/>
              <a:gd name="connsiteY160" fmla="*/ 954170 h 1027260"/>
              <a:gd name="connsiteX161" fmla="*/ 1476250 w 10753706"/>
              <a:gd name="connsiteY161" fmla="*/ 950653 h 1027260"/>
              <a:gd name="connsiteX162" fmla="*/ 1433927 w 10753706"/>
              <a:gd name="connsiteY162" fmla="*/ 959926 h 1027260"/>
              <a:gd name="connsiteX163" fmla="*/ 1414893 w 10753706"/>
              <a:gd name="connsiteY163" fmla="*/ 957671 h 1027260"/>
              <a:gd name="connsiteX164" fmla="*/ 1411585 w 10753706"/>
              <a:gd name="connsiteY164" fmla="*/ 957179 h 1027260"/>
              <a:gd name="connsiteX165" fmla="*/ 1398896 w 10753706"/>
              <a:gd name="connsiteY165" fmla="*/ 957460 h 1027260"/>
              <a:gd name="connsiteX166" fmla="*/ 1394632 w 10753706"/>
              <a:gd name="connsiteY166" fmla="*/ 954725 h 1027260"/>
              <a:gd name="connsiteX167" fmla="*/ 1375043 w 10753706"/>
              <a:gd name="connsiteY167" fmla="*/ 953132 h 1027260"/>
              <a:gd name="connsiteX168" fmla="*/ 1351876 w 10753706"/>
              <a:gd name="connsiteY168" fmla="*/ 954436 h 1027260"/>
              <a:gd name="connsiteX169" fmla="*/ 1242676 w 10753706"/>
              <a:gd name="connsiteY169" fmla="*/ 963767 h 1027260"/>
              <a:gd name="connsiteX170" fmla="*/ 1205993 w 10753706"/>
              <a:gd name="connsiteY170" fmla="*/ 974080 h 1027260"/>
              <a:gd name="connsiteX171" fmla="*/ 1052221 w 10753706"/>
              <a:gd name="connsiteY171" fmla="*/ 963954 h 1027260"/>
              <a:gd name="connsiteX172" fmla="*/ 968270 w 10753706"/>
              <a:gd name="connsiteY172" fmla="*/ 964761 h 1027260"/>
              <a:gd name="connsiteX173" fmla="*/ 874493 w 10753706"/>
              <a:gd name="connsiteY173" fmla="*/ 998122 h 1027260"/>
              <a:gd name="connsiteX174" fmla="*/ 814411 w 10753706"/>
              <a:gd name="connsiteY174" fmla="*/ 1007391 h 1027260"/>
              <a:gd name="connsiteX175" fmla="*/ 688604 w 10753706"/>
              <a:gd name="connsiteY175" fmla="*/ 1015631 h 1027260"/>
              <a:gd name="connsiteX176" fmla="*/ 618171 w 10753706"/>
              <a:gd name="connsiteY176" fmla="*/ 1027260 h 1027260"/>
              <a:gd name="connsiteX177" fmla="*/ 570379 w 10753706"/>
              <a:gd name="connsiteY177" fmla="*/ 1023487 h 1027260"/>
              <a:gd name="connsiteX178" fmla="*/ 482519 w 10753706"/>
              <a:gd name="connsiteY178" fmla="*/ 1002108 h 1027260"/>
              <a:gd name="connsiteX179" fmla="*/ 475319 w 10753706"/>
              <a:gd name="connsiteY179" fmla="*/ 1009922 h 1027260"/>
              <a:gd name="connsiteX180" fmla="*/ 431104 w 10753706"/>
              <a:gd name="connsiteY180" fmla="*/ 1009317 h 1027260"/>
              <a:gd name="connsiteX181" fmla="*/ 363782 w 10753706"/>
              <a:gd name="connsiteY181" fmla="*/ 1007585 h 1027260"/>
              <a:gd name="connsiteX182" fmla="*/ 325533 w 10753706"/>
              <a:gd name="connsiteY182" fmla="*/ 1008502 h 1027260"/>
              <a:gd name="connsiteX183" fmla="*/ 220429 w 10753706"/>
              <a:gd name="connsiteY183" fmla="*/ 1008927 h 1027260"/>
              <a:gd name="connsiteX184" fmla="*/ 114676 w 10753706"/>
              <a:gd name="connsiteY184" fmla="*/ 1007765 h 1027260"/>
              <a:gd name="connsiteX185" fmla="*/ 13470 w 10753706"/>
              <a:gd name="connsiteY185" fmla="*/ 998544 h 1027260"/>
              <a:gd name="connsiteX186" fmla="*/ 0 w 10753706"/>
              <a:gd name="connsiteY186" fmla="*/ 997355 h 1027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</a:cxnLst>
            <a:rect l="l" t="t" r="r" b="b"/>
            <a:pathLst>
              <a:path w="10753706" h="1027260">
                <a:moveTo>
                  <a:pt x="0" y="0"/>
                </a:moveTo>
                <a:lnTo>
                  <a:pt x="10753706" y="0"/>
                </a:lnTo>
                <a:lnTo>
                  <a:pt x="10748809" y="2522"/>
                </a:lnTo>
                <a:cubicBezTo>
                  <a:pt x="10744031" y="4644"/>
                  <a:pt x="10737551" y="7204"/>
                  <a:pt x="10725330" y="11977"/>
                </a:cubicBezTo>
                <a:cubicBezTo>
                  <a:pt x="10700888" y="21523"/>
                  <a:pt x="10652058" y="39304"/>
                  <a:pt x="10615423" y="52967"/>
                </a:cubicBezTo>
                <a:cubicBezTo>
                  <a:pt x="10598524" y="49017"/>
                  <a:pt x="10550674" y="61360"/>
                  <a:pt x="10533936" y="53095"/>
                </a:cubicBezTo>
                <a:cubicBezTo>
                  <a:pt x="10519435" y="55674"/>
                  <a:pt x="10480156" y="49393"/>
                  <a:pt x="10466876" y="45180"/>
                </a:cubicBezTo>
                <a:cubicBezTo>
                  <a:pt x="10443145" y="68059"/>
                  <a:pt x="10382269" y="71294"/>
                  <a:pt x="10355090" y="89741"/>
                </a:cubicBezTo>
                <a:cubicBezTo>
                  <a:pt x="10286222" y="95376"/>
                  <a:pt x="10146285" y="63529"/>
                  <a:pt x="10087145" y="66115"/>
                </a:cubicBezTo>
                <a:cubicBezTo>
                  <a:pt x="10067575" y="79584"/>
                  <a:pt x="10043111" y="68921"/>
                  <a:pt x="10015902" y="76178"/>
                </a:cubicBezTo>
                <a:cubicBezTo>
                  <a:pt x="9952302" y="84628"/>
                  <a:pt x="9893286" y="103337"/>
                  <a:pt x="9806005" y="102435"/>
                </a:cubicBezTo>
                <a:cubicBezTo>
                  <a:pt x="9782247" y="141133"/>
                  <a:pt x="9674787" y="151643"/>
                  <a:pt x="9602583" y="179170"/>
                </a:cubicBezTo>
                <a:cubicBezTo>
                  <a:pt x="9557658" y="187584"/>
                  <a:pt x="9478290" y="154235"/>
                  <a:pt x="9469719" y="174721"/>
                </a:cubicBezTo>
                <a:cubicBezTo>
                  <a:pt x="9443779" y="165070"/>
                  <a:pt x="9431317" y="185692"/>
                  <a:pt x="9408692" y="189513"/>
                </a:cubicBezTo>
                <a:cubicBezTo>
                  <a:pt x="9387154" y="183843"/>
                  <a:pt x="9380475" y="191089"/>
                  <a:pt x="9364151" y="194072"/>
                </a:cubicBezTo>
                <a:cubicBezTo>
                  <a:pt x="9354686" y="190222"/>
                  <a:pt x="9340485" y="191782"/>
                  <a:pt x="9337751" y="197579"/>
                </a:cubicBezTo>
                <a:cubicBezTo>
                  <a:pt x="9349566" y="209270"/>
                  <a:pt x="9297468" y="207714"/>
                  <a:pt x="9297166" y="216558"/>
                </a:cubicBezTo>
                <a:cubicBezTo>
                  <a:pt x="9269057" y="220999"/>
                  <a:pt x="9139630" y="221783"/>
                  <a:pt x="9123859" y="237356"/>
                </a:cubicBezTo>
                <a:cubicBezTo>
                  <a:pt x="9068176" y="249209"/>
                  <a:pt x="8975349" y="235349"/>
                  <a:pt x="8950741" y="238020"/>
                </a:cubicBezTo>
                <a:cubicBezTo>
                  <a:pt x="8916265" y="215428"/>
                  <a:pt x="8822808" y="292026"/>
                  <a:pt x="8718236" y="303148"/>
                </a:cubicBezTo>
                <a:cubicBezTo>
                  <a:pt x="8703111" y="302060"/>
                  <a:pt x="8695551" y="302792"/>
                  <a:pt x="8694011" y="308812"/>
                </a:cubicBezTo>
                <a:cubicBezTo>
                  <a:pt x="8661810" y="312764"/>
                  <a:pt x="8637956" y="329628"/>
                  <a:pt x="8611976" y="324819"/>
                </a:cubicBezTo>
                <a:cubicBezTo>
                  <a:pt x="8621849" y="336388"/>
                  <a:pt x="8562809" y="325917"/>
                  <a:pt x="8562074" y="337971"/>
                </a:cubicBezTo>
                <a:cubicBezTo>
                  <a:pt x="8543699" y="343978"/>
                  <a:pt x="8511321" y="356396"/>
                  <a:pt x="8501724" y="360865"/>
                </a:cubicBezTo>
                <a:lnTo>
                  <a:pt x="8504489" y="364790"/>
                </a:lnTo>
                <a:lnTo>
                  <a:pt x="8492774" y="366181"/>
                </a:lnTo>
                <a:lnTo>
                  <a:pt x="8466405" y="368724"/>
                </a:lnTo>
                <a:cubicBezTo>
                  <a:pt x="8455454" y="372229"/>
                  <a:pt x="8440175" y="385805"/>
                  <a:pt x="8427069" y="387211"/>
                </a:cubicBezTo>
                <a:cubicBezTo>
                  <a:pt x="8400442" y="392215"/>
                  <a:pt x="8397079" y="382989"/>
                  <a:pt x="8387766" y="377161"/>
                </a:cubicBezTo>
                <a:cubicBezTo>
                  <a:pt x="8369233" y="378548"/>
                  <a:pt x="8334756" y="390869"/>
                  <a:pt x="8315874" y="395527"/>
                </a:cubicBezTo>
                <a:cubicBezTo>
                  <a:pt x="8306664" y="400500"/>
                  <a:pt x="8272845" y="393679"/>
                  <a:pt x="8274474" y="405112"/>
                </a:cubicBezTo>
                <a:cubicBezTo>
                  <a:pt x="8255483" y="406194"/>
                  <a:pt x="8244963" y="408376"/>
                  <a:pt x="8234664" y="410219"/>
                </a:cubicBezTo>
                <a:lnTo>
                  <a:pt x="8211268" y="416791"/>
                </a:lnTo>
                <a:cubicBezTo>
                  <a:pt x="8204720" y="419941"/>
                  <a:pt x="8197411" y="422004"/>
                  <a:pt x="8188615" y="421755"/>
                </a:cubicBezTo>
                <a:lnTo>
                  <a:pt x="8179981" y="420402"/>
                </a:lnTo>
                <a:lnTo>
                  <a:pt x="8179307" y="422516"/>
                </a:lnTo>
                <a:cubicBezTo>
                  <a:pt x="8179027" y="425797"/>
                  <a:pt x="8175790" y="448341"/>
                  <a:pt x="8147929" y="450302"/>
                </a:cubicBezTo>
                <a:cubicBezTo>
                  <a:pt x="8130300" y="457967"/>
                  <a:pt x="8114933" y="461015"/>
                  <a:pt x="8089136" y="465283"/>
                </a:cubicBezTo>
                <a:cubicBezTo>
                  <a:pt x="8072810" y="465920"/>
                  <a:pt x="8069376" y="451569"/>
                  <a:pt x="8049973" y="454121"/>
                </a:cubicBezTo>
                <a:cubicBezTo>
                  <a:pt x="7974508" y="471465"/>
                  <a:pt x="8006050" y="447139"/>
                  <a:pt x="7965913" y="464415"/>
                </a:cubicBezTo>
                <a:cubicBezTo>
                  <a:pt x="7958234" y="466025"/>
                  <a:pt x="7951405" y="465800"/>
                  <a:pt x="7945093" y="464798"/>
                </a:cubicBezTo>
                <a:lnTo>
                  <a:pt x="7935335" y="462442"/>
                </a:lnTo>
                <a:lnTo>
                  <a:pt x="7904779" y="471429"/>
                </a:lnTo>
                <a:cubicBezTo>
                  <a:pt x="7889387" y="474999"/>
                  <a:pt x="7872867" y="477951"/>
                  <a:pt x="7855604" y="480199"/>
                </a:cubicBezTo>
                <a:cubicBezTo>
                  <a:pt x="7850005" y="476378"/>
                  <a:pt x="7838628" y="483595"/>
                  <a:pt x="7832630" y="485371"/>
                </a:cubicBezTo>
                <a:cubicBezTo>
                  <a:pt x="7831473" y="482645"/>
                  <a:pt x="7816623" y="482661"/>
                  <a:pt x="7812438" y="485391"/>
                </a:cubicBezTo>
                <a:cubicBezTo>
                  <a:pt x="7709470" y="505049"/>
                  <a:pt x="7759426" y="473956"/>
                  <a:pt x="7701399" y="495197"/>
                </a:cubicBezTo>
                <a:cubicBezTo>
                  <a:pt x="7690986" y="496989"/>
                  <a:pt x="7682397" y="496365"/>
                  <a:pt x="7674778" y="494723"/>
                </a:cubicBezTo>
                <a:lnTo>
                  <a:pt x="7660445" y="490194"/>
                </a:lnTo>
                <a:lnTo>
                  <a:pt x="7651781" y="493084"/>
                </a:lnTo>
                <a:cubicBezTo>
                  <a:pt x="7616113" y="496548"/>
                  <a:pt x="7603273" y="491735"/>
                  <a:pt x="7584807" y="499490"/>
                </a:cubicBezTo>
                <a:cubicBezTo>
                  <a:pt x="7549256" y="490212"/>
                  <a:pt x="7563949" y="500167"/>
                  <a:pt x="7541324" y="504184"/>
                </a:cubicBezTo>
                <a:cubicBezTo>
                  <a:pt x="7523851" y="508307"/>
                  <a:pt x="7559546" y="509825"/>
                  <a:pt x="7541756" y="512184"/>
                </a:cubicBezTo>
                <a:cubicBezTo>
                  <a:pt x="7520963" y="510864"/>
                  <a:pt x="7525755" y="520497"/>
                  <a:pt x="7503906" y="518551"/>
                </a:cubicBezTo>
                <a:cubicBezTo>
                  <a:pt x="7505924" y="510774"/>
                  <a:pt x="7464361" y="523683"/>
                  <a:pt x="7460411" y="517415"/>
                </a:cubicBezTo>
                <a:lnTo>
                  <a:pt x="7460116" y="517548"/>
                </a:lnTo>
                <a:cubicBezTo>
                  <a:pt x="7447785" y="530928"/>
                  <a:pt x="7310141" y="550568"/>
                  <a:pt x="7297810" y="563947"/>
                </a:cubicBezTo>
                <a:cubicBezTo>
                  <a:pt x="7221791" y="605698"/>
                  <a:pt x="7039072" y="646008"/>
                  <a:pt x="6946388" y="665244"/>
                </a:cubicBezTo>
                <a:cubicBezTo>
                  <a:pt x="6853704" y="684480"/>
                  <a:pt x="6804875" y="677485"/>
                  <a:pt x="6741704" y="679365"/>
                </a:cubicBezTo>
                <a:lnTo>
                  <a:pt x="6624680" y="677674"/>
                </a:lnTo>
                <a:lnTo>
                  <a:pt x="6605700" y="683566"/>
                </a:lnTo>
                <a:cubicBezTo>
                  <a:pt x="6603309" y="685184"/>
                  <a:pt x="6599550" y="685647"/>
                  <a:pt x="6576922" y="683030"/>
                </a:cubicBezTo>
                <a:cubicBezTo>
                  <a:pt x="6527275" y="698355"/>
                  <a:pt x="6440981" y="702347"/>
                  <a:pt x="6405123" y="721946"/>
                </a:cubicBezTo>
                <a:cubicBezTo>
                  <a:pt x="6407963" y="715467"/>
                  <a:pt x="6383450" y="712913"/>
                  <a:pt x="6368938" y="717341"/>
                </a:cubicBezTo>
                <a:cubicBezTo>
                  <a:pt x="6377914" y="692119"/>
                  <a:pt x="6315316" y="744281"/>
                  <a:pt x="6295102" y="729508"/>
                </a:cubicBezTo>
                <a:cubicBezTo>
                  <a:pt x="6300358" y="744473"/>
                  <a:pt x="6240070" y="776254"/>
                  <a:pt x="6202084" y="767091"/>
                </a:cubicBezTo>
                <a:cubicBezTo>
                  <a:pt x="6152826" y="774744"/>
                  <a:pt x="6122010" y="790367"/>
                  <a:pt x="6067157" y="790339"/>
                </a:cubicBezTo>
                <a:cubicBezTo>
                  <a:pt x="6066310" y="792484"/>
                  <a:pt x="6064283" y="794403"/>
                  <a:pt x="6061443" y="796151"/>
                </a:cubicBezTo>
                <a:lnTo>
                  <a:pt x="6051406" y="800684"/>
                </a:lnTo>
                <a:lnTo>
                  <a:pt x="6049097" y="800636"/>
                </a:lnTo>
                <a:cubicBezTo>
                  <a:pt x="6040408" y="801393"/>
                  <a:pt x="6036299" y="802645"/>
                  <a:pt x="6034222" y="804110"/>
                </a:cubicBezTo>
                <a:lnTo>
                  <a:pt x="6033121" y="806078"/>
                </a:lnTo>
                <a:lnTo>
                  <a:pt x="6023593" y="808842"/>
                </a:lnTo>
                <a:lnTo>
                  <a:pt x="6006639" y="815304"/>
                </a:lnTo>
                <a:lnTo>
                  <a:pt x="6001762" y="815557"/>
                </a:lnTo>
                <a:lnTo>
                  <a:pt x="5973534" y="823815"/>
                </a:lnTo>
                <a:lnTo>
                  <a:pt x="5972336" y="823476"/>
                </a:lnTo>
                <a:cubicBezTo>
                  <a:pt x="5969004" y="822901"/>
                  <a:pt x="5965329" y="822833"/>
                  <a:pt x="5960841" y="823819"/>
                </a:cubicBezTo>
                <a:cubicBezTo>
                  <a:pt x="5955860" y="815655"/>
                  <a:pt x="5953515" y="821882"/>
                  <a:pt x="5940719" y="825514"/>
                </a:cubicBezTo>
                <a:cubicBezTo>
                  <a:pt x="5930130" y="813644"/>
                  <a:pt x="5900943" y="827979"/>
                  <a:pt x="5884298" y="823806"/>
                </a:cubicBezTo>
                <a:cubicBezTo>
                  <a:pt x="5875133" y="826741"/>
                  <a:pt x="5865250" y="829630"/>
                  <a:pt x="5854779" y="832365"/>
                </a:cubicBezTo>
                <a:lnTo>
                  <a:pt x="5848382" y="833844"/>
                </a:lnTo>
                <a:lnTo>
                  <a:pt x="5848066" y="833772"/>
                </a:lnTo>
                <a:cubicBezTo>
                  <a:pt x="5846273" y="833879"/>
                  <a:pt x="5844018" y="834284"/>
                  <a:pt x="5840944" y="835132"/>
                </a:cubicBezTo>
                <a:lnTo>
                  <a:pt x="5836719" y="836539"/>
                </a:lnTo>
                <a:lnTo>
                  <a:pt x="5824311" y="839408"/>
                </a:lnTo>
                <a:lnTo>
                  <a:pt x="5818788" y="839727"/>
                </a:lnTo>
                <a:cubicBezTo>
                  <a:pt x="5797008" y="838594"/>
                  <a:pt x="5786883" y="822081"/>
                  <a:pt x="5763953" y="834282"/>
                </a:cubicBezTo>
                <a:cubicBezTo>
                  <a:pt x="5726813" y="837521"/>
                  <a:pt x="5699446" y="830949"/>
                  <a:pt x="5667748" y="840211"/>
                </a:cubicBezTo>
                <a:cubicBezTo>
                  <a:pt x="5632959" y="843205"/>
                  <a:pt x="5601436" y="842280"/>
                  <a:pt x="5573108" y="847611"/>
                </a:cubicBezTo>
                <a:cubicBezTo>
                  <a:pt x="5560030" y="845832"/>
                  <a:pt x="5549547" y="851598"/>
                  <a:pt x="5539137" y="851033"/>
                </a:cubicBezTo>
                <a:cubicBezTo>
                  <a:pt x="5528728" y="850467"/>
                  <a:pt x="5529256" y="837509"/>
                  <a:pt x="5510651" y="844215"/>
                </a:cubicBezTo>
                <a:cubicBezTo>
                  <a:pt x="5494241" y="833607"/>
                  <a:pt x="5466101" y="839171"/>
                  <a:pt x="5457331" y="839159"/>
                </a:cubicBezTo>
                <a:lnTo>
                  <a:pt x="5410613" y="834358"/>
                </a:lnTo>
                <a:lnTo>
                  <a:pt x="5370040" y="862127"/>
                </a:lnTo>
                <a:cubicBezTo>
                  <a:pt x="5357863" y="856469"/>
                  <a:pt x="5319115" y="868069"/>
                  <a:pt x="5318778" y="855310"/>
                </a:cubicBezTo>
                <a:cubicBezTo>
                  <a:pt x="5303920" y="857760"/>
                  <a:pt x="5296727" y="863736"/>
                  <a:pt x="5298645" y="855171"/>
                </a:cubicBezTo>
                <a:cubicBezTo>
                  <a:pt x="5287819" y="855897"/>
                  <a:pt x="5267444" y="857825"/>
                  <a:pt x="5253828" y="859670"/>
                </a:cubicBezTo>
                <a:lnTo>
                  <a:pt x="5216955" y="866245"/>
                </a:lnTo>
                <a:lnTo>
                  <a:pt x="5214344" y="868102"/>
                </a:lnTo>
                <a:cubicBezTo>
                  <a:pt x="5210778" y="868719"/>
                  <a:pt x="5200859" y="869042"/>
                  <a:pt x="5195561" y="869949"/>
                </a:cubicBezTo>
                <a:lnTo>
                  <a:pt x="5182555" y="873542"/>
                </a:lnTo>
                <a:cubicBezTo>
                  <a:pt x="5178496" y="875023"/>
                  <a:pt x="5175066" y="876746"/>
                  <a:pt x="5172552" y="878801"/>
                </a:cubicBezTo>
                <a:cubicBezTo>
                  <a:pt x="5121406" y="873797"/>
                  <a:pt x="5080096" y="886529"/>
                  <a:pt x="5027993" y="889666"/>
                </a:cubicBezTo>
                <a:cubicBezTo>
                  <a:pt x="4999924" y="877115"/>
                  <a:pt x="4946973" y="919452"/>
                  <a:pt x="4939844" y="934802"/>
                </a:cubicBezTo>
                <a:cubicBezTo>
                  <a:pt x="4895154" y="940701"/>
                  <a:pt x="4844006" y="928240"/>
                  <a:pt x="4792576" y="934820"/>
                </a:cubicBezTo>
                <a:lnTo>
                  <a:pt x="4602423" y="958063"/>
                </a:lnTo>
                <a:cubicBezTo>
                  <a:pt x="4488530" y="967131"/>
                  <a:pt x="4399004" y="969822"/>
                  <a:pt x="4290656" y="969152"/>
                </a:cubicBezTo>
                <a:cubicBezTo>
                  <a:pt x="4182308" y="968482"/>
                  <a:pt x="4046938" y="971167"/>
                  <a:pt x="3952334" y="954043"/>
                </a:cubicBezTo>
                <a:lnTo>
                  <a:pt x="3858560" y="948781"/>
                </a:lnTo>
                <a:lnTo>
                  <a:pt x="3846597" y="948382"/>
                </a:lnTo>
                <a:cubicBezTo>
                  <a:pt x="3807516" y="956616"/>
                  <a:pt x="3767475" y="941640"/>
                  <a:pt x="3736044" y="947759"/>
                </a:cubicBezTo>
                <a:cubicBezTo>
                  <a:pt x="3727323" y="948128"/>
                  <a:pt x="3719828" y="947771"/>
                  <a:pt x="3713136" y="946963"/>
                </a:cubicBezTo>
                <a:lnTo>
                  <a:pt x="3695939" y="943639"/>
                </a:lnTo>
                <a:lnTo>
                  <a:pt x="3694125" y="940567"/>
                </a:lnTo>
                <a:lnTo>
                  <a:pt x="3681925" y="939706"/>
                </a:lnTo>
                <a:lnTo>
                  <a:pt x="3679204" y="938926"/>
                </a:lnTo>
                <a:cubicBezTo>
                  <a:pt x="3668160" y="939028"/>
                  <a:pt x="3634193" y="940875"/>
                  <a:pt x="3615656" y="940320"/>
                </a:cubicBezTo>
                <a:cubicBezTo>
                  <a:pt x="3582626" y="936974"/>
                  <a:pt x="3593904" y="949140"/>
                  <a:pt x="3567983" y="935596"/>
                </a:cubicBezTo>
                <a:cubicBezTo>
                  <a:pt x="3504185" y="939048"/>
                  <a:pt x="3482818" y="922224"/>
                  <a:pt x="3422423" y="932129"/>
                </a:cubicBezTo>
                <a:cubicBezTo>
                  <a:pt x="3369166" y="933413"/>
                  <a:pt x="3329486" y="910108"/>
                  <a:pt x="3310925" y="911072"/>
                </a:cubicBezTo>
                <a:cubicBezTo>
                  <a:pt x="3261363" y="909787"/>
                  <a:pt x="3198415" y="933574"/>
                  <a:pt x="3139421" y="934151"/>
                </a:cubicBezTo>
                <a:cubicBezTo>
                  <a:pt x="3088799" y="931012"/>
                  <a:pt x="3038941" y="938464"/>
                  <a:pt x="2996922" y="927537"/>
                </a:cubicBezTo>
                <a:cubicBezTo>
                  <a:pt x="2992673" y="929234"/>
                  <a:pt x="2987900" y="930498"/>
                  <a:pt x="2982785" y="931453"/>
                </a:cubicBezTo>
                <a:lnTo>
                  <a:pt x="2967478" y="933397"/>
                </a:lnTo>
                <a:lnTo>
                  <a:pt x="2948552" y="932961"/>
                </a:lnTo>
                <a:lnTo>
                  <a:pt x="2944404" y="934452"/>
                </a:lnTo>
                <a:lnTo>
                  <a:pt x="2908608" y="937205"/>
                </a:lnTo>
                <a:lnTo>
                  <a:pt x="2904443" y="936455"/>
                </a:lnTo>
                <a:lnTo>
                  <a:pt x="2868935" y="938022"/>
                </a:lnTo>
                <a:lnTo>
                  <a:pt x="2868586" y="937487"/>
                </a:lnTo>
                <a:cubicBezTo>
                  <a:pt x="2866994" y="936327"/>
                  <a:pt x="2864292" y="935538"/>
                  <a:pt x="2859191" y="935503"/>
                </a:cubicBezTo>
                <a:cubicBezTo>
                  <a:pt x="2869075" y="927418"/>
                  <a:pt x="2856828" y="932364"/>
                  <a:pt x="2840915" y="932977"/>
                </a:cubicBezTo>
                <a:lnTo>
                  <a:pt x="2763509" y="921850"/>
                </a:lnTo>
                <a:lnTo>
                  <a:pt x="2756121" y="921864"/>
                </a:lnTo>
                <a:cubicBezTo>
                  <a:pt x="2756081" y="921822"/>
                  <a:pt x="2756039" y="921781"/>
                  <a:pt x="2755998" y="921739"/>
                </a:cubicBezTo>
                <a:cubicBezTo>
                  <a:pt x="2754445" y="921476"/>
                  <a:pt x="2752036" y="921380"/>
                  <a:pt x="2748255" y="921505"/>
                </a:cubicBezTo>
                <a:lnTo>
                  <a:pt x="2694601" y="915575"/>
                </a:lnTo>
                <a:cubicBezTo>
                  <a:pt x="2671223" y="919874"/>
                  <a:pt x="2666972" y="913376"/>
                  <a:pt x="2635357" y="910976"/>
                </a:cubicBezTo>
                <a:cubicBezTo>
                  <a:pt x="2621906" y="915051"/>
                  <a:pt x="2611315" y="913542"/>
                  <a:pt x="2601047" y="910263"/>
                </a:cubicBezTo>
                <a:cubicBezTo>
                  <a:pt x="2570084" y="912074"/>
                  <a:pt x="2542135" y="907435"/>
                  <a:pt x="2507482" y="906211"/>
                </a:cubicBezTo>
                <a:cubicBezTo>
                  <a:pt x="2469706" y="911437"/>
                  <a:pt x="2450920" y="901812"/>
                  <a:pt x="2413884" y="900545"/>
                </a:cubicBezTo>
                <a:cubicBezTo>
                  <a:pt x="2381338" y="909664"/>
                  <a:pt x="2387753" y="892438"/>
                  <a:pt x="2368912" y="888755"/>
                </a:cubicBezTo>
                <a:lnTo>
                  <a:pt x="2349490" y="889719"/>
                </a:lnTo>
                <a:lnTo>
                  <a:pt x="2344290" y="890584"/>
                </a:lnTo>
                <a:cubicBezTo>
                  <a:pt x="2340673" y="891041"/>
                  <a:pt x="2338228" y="891167"/>
                  <a:pt x="2336488" y="891058"/>
                </a:cubicBezTo>
                <a:lnTo>
                  <a:pt x="2329015" y="891627"/>
                </a:lnTo>
                <a:cubicBezTo>
                  <a:pt x="2316843" y="893039"/>
                  <a:pt x="2305064" y="894669"/>
                  <a:pt x="2293898" y="896431"/>
                </a:cubicBezTo>
                <a:cubicBezTo>
                  <a:pt x="2282637" y="890404"/>
                  <a:pt x="2242346" y="900851"/>
                  <a:pt x="2243927" y="888076"/>
                </a:cubicBezTo>
                <a:cubicBezTo>
                  <a:pt x="2228778" y="890081"/>
                  <a:pt x="2220725" y="895845"/>
                  <a:pt x="2223920" y="887331"/>
                </a:cubicBezTo>
                <a:cubicBezTo>
                  <a:pt x="2218877" y="887756"/>
                  <a:pt x="2215583" y="887254"/>
                  <a:pt x="2213081" y="886302"/>
                </a:cubicBezTo>
                <a:lnTo>
                  <a:pt x="2212307" y="885829"/>
                </a:lnTo>
                <a:lnTo>
                  <a:pt x="2152321" y="894418"/>
                </a:lnTo>
                <a:lnTo>
                  <a:pt x="2140985" y="895968"/>
                </a:lnTo>
                <a:lnTo>
                  <a:pt x="2121210" y="899354"/>
                </a:lnTo>
                <a:lnTo>
                  <a:pt x="2119146" y="899033"/>
                </a:lnTo>
                <a:lnTo>
                  <a:pt x="2105666" y="902240"/>
                </a:lnTo>
                <a:cubicBezTo>
                  <a:pt x="2101407" y="903601"/>
                  <a:pt x="2097735" y="905221"/>
                  <a:pt x="2094924" y="907203"/>
                </a:cubicBezTo>
                <a:cubicBezTo>
                  <a:pt x="2044793" y="900664"/>
                  <a:pt x="2001785" y="912168"/>
                  <a:pt x="1949478" y="913748"/>
                </a:cubicBezTo>
                <a:cubicBezTo>
                  <a:pt x="1891937" y="919585"/>
                  <a:pt x="1810334" y="935486"/>
                  <a:pt x="1749684" y="942223"/>
                </a:cubicBezTo>
                <a:lnTo>
                  <a:pt x="1585576" y="954170"/>
                </a:lnTo>
                <a:cubicBezTo>
                  <a:pt x="1549165" y="943719"/>
                  <a:pt x="1511425" y="950847"/>
                  <a:pt x="1476250" y="950653"/>
                </a:cubicBezTo>
                <a:cubicBezTo>
                  <a:pt x="1488515" y="961596"/>
                  <a:pt x="1432660" y="946795"/>
                  <a:pt x="1433927" y="959926"/>
                </a:cubicBezTo>
                <a:cubicBezTo>
                  <a:pt x="1427485" y="959475"/>
                  <a:pt x="1421205" y="958623"/>
                  <a:pt x="1414893" y="957671"/>
                </a:cubicBezTo>
                <a:lnTo>
                  <a:pt x="1411585" y="957179"/>
                </a:lnTo>
                <a:lnTo>
                  <a:pt x="1398896" y="957460"/>
                </a:lnTo>
                <a:lnTo>
                  <a:pt x="1394632" y="954725"/>
                </a:lnTo>
                <a:lnTo>
                  <a:pt x="1375043" y="953132"/>
                </a:lnTo>
                <a:cubicBezTo>
                  <a:pt x="1367813" y="952970"/>
                  <a:pt x="1360155" y="953305"/>
                  <a:pt x="1351876" y="954436"/>
                </a:cubicBezTo>
                <a:cubicBezTo>
                  <a:pt x="1325912" y="963028"/>
                  <a:pt x="1274459" y="952492"/>
                  <a:pt x="1242676" y="963767"/>
                </a:cubicBezTo>
                <a:cubicBezTo>
                  <a:pt x="1230276" y="966918"/>
                  <a:pt x="1216715" y="977098"/>
                  <a:pt x="1205993" y="974080"/>
                </a:cubicBezTo>
                <a:cubicBezTo>
                  <a:pt x="1174251" y="974112"/>
                  <a:pt x="1086982" y="964420"/>
                  <a:pt x="1052221" y="963954"/>
                </a:cubicBezTo>
                <a:cubicBezTo>
                  <a:pt x="1038515" y="970622"/>
                  <a:pt x="1009522" y="962342"/>
                  <a:pt x="968270" y="964761"/>
                </a:cubicBezTo>
                <a:cubicBezTo>
                  <a:pt x="943437" y="973698"/>
                  <a:pt x="900136" y="991017"/>
                  <a:pt x="874493" y="998122"/>
                </a:cubicBezTo>
                <a:cubicBezTo>
                  <a:pt x="848849" y="1005226"/>
                  <a:pt x="853424" y="1009427"/>
                  <a:pt x="814411" y="1007391"/>
                </a:cubicBezTo>
                <a:cubicBezTo>
                  <a:pt x="765926" y="1022821"/>
                  <a:pt x="732885" y="1009859"/>
                  <a:pt x="688604" y="1015631"/>
                </a:cubicBezTo>
                <a:cubicBezTo>
                  <a:pt x="638045" y="1020877"/>
                  <a:pt x="677999" y="1011556"/>
                  <a:pt x="618171" y="1027260"/>
                </a:cubicBezTo>
                <a:cubicBezTo>
                  <a:pt x="609680" y="1023165"/>
                  <a:pt x="583253" y="1020277"/>
                  <a:pt x="570379" y="1023487"/>
                </a:cubicBezTo>
                <a:cubicBezTo>
                  <a:pt x="543992" y="1022523"/>
                  <a:pt x="505183" y="1001686"/>
                  <a:pt x="482519" y="1002108"/>
                </a:cubicBezTo>
                <a:cubicBezTo>
                  <a:pt x="464011" y="1002285"/>
                  <a:pt x="495211" y="1007995"/>
                  <a:pt x="475319" y="1009922"/>
                </a:cubicBezTo>
                <a:cubicBezTo>
                  <a:pt x="450818" y="1011135"/>
                  <a:pt x="454804" y="1022539"/>
                  <a:pt x="431104" y="1009317"/>
                </a:cubicBezTo>
                <a:cubicBezTo>
                  <a:pt x="406857" y="1014651"/>
                  <a:pt x="399686" y="1008456"/>
                  <a:pt x="363782" y="1007585"/>
                </a:cubicBezTo>
                <a:cubicBezTo>
                  <a:pt x="350440" y="1012231"/>
                  <a:pt x="338145" y="1011245"/>
                  <a:pt x="325533" y="1008502"/>
                </a:cubicBezTo>
                <a:cubicBezTo>
                  <a:pt x="291944" y="1011745"/>
                  <a:pt x="259251" y="1008497"/>
                  <a:pt x="220429" y="1008927"/>
                </a:cubicBezTo>
                <a:cubicBezTo>
                  <a:pt x="180594" y="1015852"/>
                  <a:pt x="156150" y="1007265"/>
                  <a:pt x="114676" y="1007765"/>
                </a:cubicBezTo>
                <a:cubicBezTo>
                  <a:pt x="85718" y="1006195"/>
                  <a:pt x="43316" y="1001491"/>
                  <a:pt x="13470" y="998544"/>
                </a:cubicBezTo>
                <a:lnTo>
                  <a:pt x="0" y="997355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F23EE32-00D1-CD02-0D40-8FFE7C31253A}"/>
              </a:ext>
            </a:extLst>
          </p:cNvPr>
          <p:cNvSpPr txBox="1"/>
          <p:nvPr/>
        </p:nvSpPr>
        <p:spPr>
          <a:xfrm>
            <a:off x="8918702" y="5480210"/>
            <a:ext cx="2589170" cy="200055"/>
          </a:xfrm>
          <a:prstGeom prst="rect">
            <a:avLst/>
          </a:prstGeom>
          <a:solidFill>
            <a:srgbClr val="000000"/>
          </a:solidFill>
        </p:spPr>
        <p:txBody>
          <a:bodyPr wrap="none" rtlCol="0">
            <a:spAutoFit/>
          </a:bodyPr>
          <a:lstStyle/>
          <a:p>
            <a:pPr algn="r">
              <a:spcAft>
                <a:spcPts val="600"/>
              </a:spcAft>
            </a:pPr>
            <a:r>
              <a:rPr lang="en-IN" sz="700">
                <a:solidFill>
                  <a:srgbClr val="FFFFFF"/>
                </a:solidFill>
                <a:hlinkClick r:id="rId3" tooltip="https://ct101.commons.gc.cuny.edu/assignment-2-making-our-first-gif-post-2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This Photo</a:t>
            </a:r>
            <a:r>
              <a:rPr lang="en-IN" sz="700">
                <a:solidFill>
                  <a:srgbClr val="FFFFFF"/>
                </a:solidFill>
              </a:rPr>
              <a:t> by Unknown Author is licensed under </a:t>
            </a:r>
            <a:r>
              <a:rPr lang="en-IN" sz="700">
                <a:solidFill>
                  <a:srgbClr val="FFFFFF"/>
                </a:solidFill>
                <a:hlinkClick r:id="rId4" tooltip="https://creativecommons.org/licenses/by-nc-sa/3.0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BY-SA-NC</a:t>
            </a:r>
            <a:endParaRPr lang="en-IN" sz="70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2188498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AFA0023-3A1C-D58C-4C3E-FB6CD6A3865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546283" flipH="1" flipV="1">
            <a:off x="1623224" y="3192314"/>
            <a:ext cx="9338975" cy="3708078"/>
          </a:xfrm>
          <a:prstGeom prst="roundRect">
            <a:avLst>
              <a:gd name="adj" fmla="val 16011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6A313275-CE4A-2644-F5F4-EDA706CCFEC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1350827">
            <a:off x="-496711" y="356472"/>
            <a:ext cx="11851866" cy="3072652"/>
          </a:xfrm>
          <a:prstGeom prst="roundRect">
            <a:avLst>
              <a:gd name="adj" fmla="val 50000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4920670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5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000"/>
                            </p:stCondLst>
                            <p:childTnLst>
                              <p:par>
                                <p:cTn id="11" presetID="26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21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22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23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24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25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6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293</TotalTime>
  <Words>747</Words>
  <Application>Microsoft Office PowerPoint</Application>
  <PresentationFormat>Widescreen</PresentationFormat>
  <Paragraphs>115</Paragraphs>
  <Slides>27</Slides>
  <Notes>3</Notes>
  <HiddenSlides>0</HiddenSlides>
  <MMClips>2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5" baseType="lpstr">
      <vt:lpstr>-apple-system</vt:lpstr>
      <vt:lpstr>Aptos</vt:lpstr>
      <vt:lpstr>Aptos Display</vt:lpstr>
      <vt:lpstr>Arial</vt:lpstr>
      <vt:lpstr>Bernard MT Condensed</vt:lpstr>
      <vt:lpstr>Calibri</vt:lpstr>
      <vt:lpstr>Google Sans</vt:lpstr>
      <vt:lpstr>Office Theme</vt:lpstr>
      <vt:lpstr>MicroECG : A Single lead Mobile ECG Machine Major Project Presentation </vt:lpstr>
      <vt:lpstr>Understanding the Needs</vt:lpstr>
      <vt:lpstr> Know your Heart</vt:lpstr>
      <vt:lpstr>Previous Design </vt:lpstr>
      <vt:lpstr>Previous Design </vt:lpstr>
      <vt:lpstr>Past Limitations </vt:lpstr>
      <vt:lpstr>The upgrades We planned</vt:lpstr>
      <vt:lpstr>Hardware Design</vt:lpstr>
      <vt:lpstr>Hardware Components</vt:lpstr>
      <vt:lpstr>Input/Output Interface</vt:lpstr>
      <vt:lpstr>Power Section</vt:lpstr>
      <vt:lpstr>Analog circuitry</vt:lpstr>
      <vt:lpstr>Compute</vt:lpstr>
      <vt:lpstr>Firmware Design </vt:lpstr>
      <vt:lpstr>ESP8266 Firmware Design</vt:lpstr>
      <vt:lpstr>PowerPoint Presentation</vt:lpstr>
      <vt:lpstr>Working principle</vt:lpstr>
      <vt:lpstr>Frontend and UI</vt:lpstr>
      <vt:lpstr>Demonstration and Testing</vt:lpstr>
      <vt:lpstr>User Guide</vt:lpstr>
      <vt:lpstr>Tips for Best Signal</vt:lpstr>
      <vt:lpstr>DEMO</vt:lpstr>
      <vt:lpstr>Testing Outcomes</vt:lpstr>
      <vt:lpstr>Future Prospects</vt:lpstr>
      <vt:lpstr>Conclusion</vt:lpstr>
      <vt:lpstr>Study Outcome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Raju Adhikary</dc:creator>
  <cp:lastModifiedBy>Raju Adhikary</cp:lastModifiedBy>
  <cp:revision>21</cp:revision>
  <dcterms:created xsi:type="dcterms:W3CDTF">2025-05-23T16:20:03Z</dcterms:created>
  <dcterms:modified xsi:type="dcterms:W3CDTF">2025-06-04T16:23:48Z</dcterms:modified>
</cp:coreProperties>
</file>